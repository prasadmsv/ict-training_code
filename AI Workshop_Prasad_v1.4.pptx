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7"/>
  </p:notesMasterIdLst>
  <p:handoutMasterIdLst>
    <p:handoutMasterId r:id="rId48"/>
  </p:handoutMasterIdLst>
  <p:sldIdLst>
    <p:sldId id="340" r:id="rId2"/>
    <p:sldId id="345" r:id="rId3"/>
    <p:sldId id="348" r:id="rId4"/>
    <p:sldId id="337" r:id="rId5"/>
    <p:sldId id="356" r:id="rId6"/>
    <p:sldId id="346" r:id="rId7"/>
    <p:sldId id="349" r:id="rId8"/>
    <p:sldId id="354" r:id="rId9"/>
    <p:sldId id="350" r:id="rId10"/>
    <p:sldId id="352" r:id="rId11"/>
    <p:sldId id="353" r:id="rId12"/>
    <p:sldId id="355" r:id="rId13"/>
    <p:sldId id="362" r:id="rId14"/>
    <p:sldId id="359" r:id="rId15"/>
    <p:sldId id="360" r:id="rId16"/>
    <p:sldId id="368" r:id="rId17"/>
    <p:sldId id="367" r:id="rId18"/>
    <p:sldId id="366" r:id="rId19"/>
    <p:sldId id="370" r:id="rId20"/>
    <p:sldId id="371" r:id="rId21"/>
    <p:sldId id="384" r:id="rId22"/>
    <p:sldId id="361" r:id="rId23"/>
    <p:sldId id="385" r:id="rId24"/>
    <p:sldId id="386" r:id="rId25"/>
    <p:sldId id="388" r:id="rId26"/>
    <p:sldId id="389" r:id="rId27"/>
    <p:sldId id="372" r:id="rId28"/>
    <p:sldId id="373" r:id="rId29"/>
    <p:sldId id="377" r:id="rId30"/>
    <p:sldId id="378" r:id="rId31"/>
    <p:sldId id="374" r:id="rId32"/>
    <p:sldId id="382" r:id="rId33"/>
    <p:sldId id="375" r:id="rId34"/>
    <p:sldId id="376" r:id="rId35"/>
    <p:sldId id="363" r:id="rId36"/>
    <p:sldId id="383" r:id="rId37"/>
    <p:sldId id="379" r:id="rId38"/>
    <p:sldId id="380" r:id="rId39"/>
    <p:sldId id="381" r:id="rId40"/>
    <p:sldId id="387" r:id="rId41"/>
    <p:sldId id="390" r:id="rId42"/>
    <p:sldId id="357" r:id="rId43"/>
    <p:sldId id="338" r:id="rId44"/>
    <p:sldId id="339" r:id="rId45"/>
    <p:sldId id="303" r:id="rId46"/>
  </p:sldIdLst>
  <p:sldSz cx="10655300" cy="7380288"/>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xss40592" initials="f" lastIdx="1" clrIdx="0">
    <p:extLst>
      <p:ext uri="{19B8F6BF-5375-455C-9EA6-DF929625EA0E}">
        <p15:presenceInfo xmlns:p15="http://schemas.microsoft.com/office/powerpoint/2012/main" userId="S::fxss40592@000.fujifilm.com::43bf8af7-c055-4c74-ab6f-5933844145c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FEE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5122F0-2B72-49A3-9B7C-644C72A958BB}" v="27" dt="2025-12-05T02:37:24.4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53" autoAdjust="0"/>
  </p:normalViewPr>
  <p:slideViewPr>
    <p:cSldViewPr showGuides="1">
      <p:cViewPr varScale="1">
        <p:scale>
          <a:sx n="66" d="100"/>
          <a:sy n="66" d="100"/>
        </p:scale>
        <p:origin x="920" y="40"/>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p:cViewPr varScale="1">
        <p:scale>
          <a:sx n="88" d="100"/>
          <a:sy n="88" d="100"/>
        </p:scale>
        <p:origin x="3756"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ya Veera Prasad" userId="5f4b4c32-73c3-41ac-ad20-20abaae500e0" providerId="ADAL" clId="{515122F0-2B72-49A3-9B7C-644C72A958BB}"/>
    <pc:docChg chg="undo redo custSel addSld modSld sldOrd">
      <pc:chgData name="Satya Veera Prasad" userId="5f4b4c32-73c3-41ac-ad20-20abaae500e0" providerId="ADAL" clId="{515122F0-2B72-49A3-9B7C-644C72A958BB}" dt="2025-12-05T04:17:52.601" v="868" actId="20577"/>
      <pc:docMkLst>
        <pc:docMk/>
      </pc:docMkLst>
      <pc:sldChg chg="addSp delSp modSp mod">
        <pc:chgData name="Satya Veera Prasad" userId="5f4b4c32-73c3-41ac-ad20-20abaae500e0" providerId="ADAL" clId="{515122F0-2B72-49A3-9B7C-644C72A958BB}" dt="2025-12-05T01:28:32.589" v="415" actId="20577"/>
        <pc:sldMkLst>
          <pc:docMk/>
          <pc:sldMk cId="1625242749" sldId="337"/>
        </pc:sldMkLst>
        <pc:spChg chg="del">
          <ac:chgData name="Satya Veera Prasad" userId="5f4b4c32-73c3-41ac-ad20-20abaae500e0" providerId="ADAL" clId="{515122F0-2B72-49A3-9B7C-644C72A958BB}" dt="2025-12-03T06:32:41.730" v="0" actId="478"/>
          <ac:spMkLst>
            <pc:docMk/>
            <pc:sldMk cId="1625242749" sldId="337"/>
            <ac:spMk id="3" creationId="{1899FC96-830C-4DC1-A27D-52B423728380}"/>
          </ac:spMkLst>
        </pc:spChg>
        <pc:spChg chg="add mod">
          <ac:chgData name="Satya Veera Prasad" userId="5f4b4c32-73c3-41ac-ad20-20abaae500e0" providerId="ADAL" clId="{515122F0-2B72-49A3-9B7C-644C72A958BB}" dt="2025-12-03T06:32:41.730" v="0" actId="478"/>
          <ac:spMkLst>
            <pc:docMk/>
            <pc:sldMk cId="1625242749" sldId="337"/>
            <ac:spMk id="6" creationId="{35217B65-E624-3642-CA18-6404228851E7}"/>
          </ac:spMkLst>
        </pc:spChg>
        <pc:graphicFrameChg chg="add mod modGraphic">
          <ac:chgData name="Satya Veera Prasad" userId="5f4b4c32-73c3-41ac-ad20-20abaae500e0" providerId="ADAL" clId="{515122F0-2B72-49A3-9B7C-644C72A958BB}" dt="2025-12-05T01:28:32.589" v="415" actId="20577"/>
          <ac:graphicFrameMkLst>
            <pc:docMk/>
            <pc:sldMk cId="1625242749" sldId="337"/>
            <ac:graphicFrameMk id="7" creationId="{C9D727B9-1461-F0A4-A294-C20322CAA204}"/>
          </ac:graphicFrameMkLst>
        </pc:graphicFrameChg>
      </pc:sldChg>
      <pc:sldChg chg="modSp mod">
        <pc:chgData name="Satya Veera Prasad" userId="5f4b4c32-73c3-41ac-ad20-20abaae500e0" providerId="ADAL" clId="{515122F0-2B72-49A3-9B7C-644C72A958BB}" dt="2025-12-05T01:24:31.742" v="331" actId="20577"/>
        <pc:sldMkLst>
          <pc:docMk/>
          <pc:sldMk cId="689703674" sldId="340"/>
        </pc:sldMkLst>
        <pc:spChg chg="mod">
          <ac:chgData name="Satya Veera Prasad" userId="5f4b4c32-73c3-41ac-ad20-20abaae500e0" providerId="ADAL" clId="{515122F0-2B72-49A3-9B7C-644C72A958BB}" dt="2025-12-05T01:24:31.742" v="331" actId="20577"/>
          <ac:spMkLst>
            <pc:docMk/>
            <pc:sldMk cId="689703674" sldId="340"/>
            <ac:spMk id="2" creationId="{55AFF550-D86C-48FB-895A-00A93103A83B}"/>
          </ac:spMkLst>
        </pc:spChg>
        <pc:spChg chg="mod">
          <ac:chgData name="Satya Veera Prasad" userId="5f4b4c32-73c3-41ac-ad20-20abaae500e0" providerId="ADAL" clId="{515122F0-2B72-49A3-9B7C-644C72A958BB}" dt="2025-12-05T01:24:18.552" v="312" actId="6549"/>
          <ac:spMkLst>
            <pc:docMk/>
            <pc:sldMk cId="689703674" sldId="340"/>
            <ac:spMk id="4" creationId="{76356A5E-5FC8-47CA-AD2B-888BF3856D6D}"/>
          </ac:spMkLst>
        </pc:spChg>
      </pc:sldChg>
      <pc:sldChg chg="modSp mod">
        <pc:chgData name="Satya Veera Prasad" userId="5f4b4c32-73c3-41ac-ad20-20abaae500e0" providerId="ADAL" clId="{515122F0-2B72-49A3-9B7C-644C72A958BB}" dt="2025-12-05T01:29:34.507" v="420" actId="20577"/>
        <pc:sldMkLst>
          <pc:docMk/>
          <pc:sldMk cId="2287717085" sldId="346"/>
        </pc:sldMkLst>
        <pc:spChg chg="mod">
          <ac:chgData name="Satya Veera Prasad" userId="5f4b4c32-73c3-41ac-ad20-20abaae500e0" providerId="ADAL" clId="{515122F0-2B72-49A3-9B7C-644C72A958BB}" dt="2025-12-05T01:29:34.507" v="420" actId="20577"/>
          <ac:spMkLst>
            <pc:docMk/>
            <pc:sldMk cId="2287717085" sldId="346"/>
            <ac:spMk id="3" creationId="{1899FC96-830C-4DC1-A27D-52B423728380}"/>
          </ac:spMkLst>
        </pc:spChg>
        <pc:graphicFrameChg chg="modGraphic">
          <ac:chgData name="Satya Veera Prasad" userId="5f4b4c32-73c3-41ac-ad20-20abaae500e0" providerId="ADAL" clId="{515122F0-2B72-49A3-9B7C-644C72A958BB}" dt="2025-12-05T01:25:18.871" v="336" actId="2"/>
          <ac:graphicFrameMkLst>
            <pc:docMk/>
            <pc:sldMk cId="2287717085" sldId="346"/>
            <ac:graphicFrameMk id="74" creationId="{647197BC-C5CB-8064-7FA1-4CB575913F55}"/>
          </ac:graphicFrameMkLst>
        </pc:graphicFrameChg>
      </pc:sldChg>
      <pc:sldChg chg="modSp mod">
        <pc:chgData name="Satya Veera Prasad" userId="5f4b4c32-73c3-41ac-ad20-20abaae500e0" providerId="ADAL" clId="{515122F0-2B72-49A3-9B7C-644C72A958BB}" dt="2025-12-05T01:29:16.915" v="417" actId="113"/>
        <pc:sldMkLst>
          <pc:docMk/>
          <pc:sldMk cId="3666380280" sldId="348"/>
        </pc:sldMkLst>
        <pc:spChg chg="mod">
          <ac:chgData name="Satya Veera Prasad" userId="5f4b4c32-73c3-41ac-ad20-20abaae500e0" providerId="ADAL" clId="{515122F0-2B72-49A3-9B7C-644C72A958BB}" dt="2025-12-05T01:29:16.915" v="417" actId="113"/>
          <ac:spMkLst>
            <pc:docMk/>
            <pc:sldMk cId="3666380280" sldId="348"/>
            <ac:spMk id="3" creationId="{31D2A45D-7B15-47FA-D4D8-87F668F2F707}"/>
          </ac:spMkLst>
        </pc:spChg>
        <pc:spChg chg="mod">
          <ac:chgData name="Satya Veera Prasad" userId="5f4b4c32-73c3-41ac-ad20-20abaae500e0" providerId="ADAL" clId="{515122F0-2B72-49A3-9B7C-644C72A958BB}" dt="2025-12-05T01:29:11.644" v="416" actId="113"/>
          <ac:spMkLst>
            <pc:docMk/>
            <pc:sldMk cId="3666380280" sldId="348"/>
            <ac:spMk id="4" creationId="{2A7590A9-D976-49DC-0F72-F4E930CB0BAC}"/>
          </ac:spMkLst>
        </pc:spChg>
      </pc:sldChg>
      <pc:sldChg chg="modSp mod">
        <pc:chgData name="Satya Veera Prasad" userId="5f4b4c32-73c3-41ac-ad20-20abaae500e0" providerId="ADAL" clId="{515122F0-2B72-49A3-9B7C-644C72A958BB}" dt="2025-12-05T01:29:42.225" v="421" actId="113"/>
        <pc:sldMkLst>
          <pc:docMk/>
          <pc:sldMk cId="3139668299" sldId="349"/>
        </pc:sldMkLst>
        <pc:spChg chg="mod">
          <ac:chgData name="Satya Veera Prasad" userId="5f4b4c32-73c3-41ac-ad20-20abaae500e0" providerId="ADAL" clId="{515122F0-2B72-49A3-9B7C-644C72A958BB}" dt="2025-12-05T01:29:42.225" v="421" actId="113"/>
          <ac:spMkLst>
            <pc:docMk/>
            <pc:sldMk cId="3139668299" sldId="349"/>
            <ac:spMk id="3" creationId="{CEBFDFD4-2849-17AF-A26D-0B171CD7FC04}"/>
          </ac:spMkLst>
        </pc:spChg>
      </pc:sldChg>
      <pc:sldChg chg="modSp mod">
        <pc:chgData name="Satya Veera Prasad" userId="5f4b4c32-73c3-41ac-ad20-20abaae500e0" providerId="ADAL" clId="{515122F0-2B72-49A3-9B7C-644C72A958BB}" dt="2025-12-05T01:30:51.981" v="424" actId="113"/>
        <pc:sldMkLst>
          <pc:docMk/>
          <pc:sldMk cId="3266941366" sldId="355"/>
        </pc:sldMkLst>
        <pc:spChg chg="mod">
          <ac:chgData name="Satya Veera Prasad" userId="5f4b4c32-73c3-41ac-ad20-20abaae500e0" providerId="ADAL" clId="{515122F0-2B72-49A3-9B7C-644C72A958BB}" dt="2025-12-05T01:30:51.981" v="424" actId="113"/>
          <ac:spMkLst>
            <pc:docMk/>
            <pc:sldMk cId="3266941366" sldId="355"/>
            <ac:spMk id="3" creationId="{1899FC96-830C-4DC1-A27D-52B423728380}"/>
          </ac:spMkLst>
        </pc:spChg>
        <pc:picChg chg="mod">
          <ac:chgData name="Satya Veera Prasad" userId="5f4b4c32-73c3-41ac-ad20-20abaae500e0" providerId="ADAL" clId="{515122F0-2B72-49A3-9B7C-644C72A958BB}" dt="2025-12-05T01:30:40.270" v="423" actId="14100"/>
          <ac:picMkLst>
            <pc:docMk/>
            <pc:sldMk cId="3266941366" sldId="355"/>
            <ac:picMk id="75" creationId="{03DFC30B-4CB1-E245-9356-25F72EED0FA2}"/>
          </ac:picMkLst>
        </pc:picChg>
      </pc:sldChg>
      <pc:sldChg chg="modSp mod">
        <pc:chgData name="Satya Veera Prasad" userId="5f4b4c32-73c3-41ac-ad20-20abaae500e0" providerId="ADAL" clId="{515122F0-2B72-49A3-9B7C-644C72A958BB}" dt="2025-12-05T01:29:24.184" v="418" actId="113"/>
        <pc:sldMkLst>
          <pc:docMk/>
          <pc:sldMk cId="1386248717" sldId="356"/>
        </pc:sldMkLst>
        <pc:spChg chg="mod">
          <ac:chgData name="Satya Veera Prasad" userId="5f4b4c32-73c3-41ac-ad20-20abaae500e0" providerId="ADAL" clId="{515122F0-2B72-49A3-9B7C-644C72A958BB}" dt="2025-12-05T01:29:24.184" v="418" actId="113"/>
          <ac:spMkLst>
            <pc:docMk/>
            <pc:sldMk cId="1386248717" sldId="356"/>
            <ac:spMk id="3" creationId="{CEBFDFD4-2849-17AF-A26D-0B171CD7FC04}"/>
          </ac:spMkLst>
        </pc:spChg>
      </pc:sldChg>
      <pc:sldChg chg="modSp mod">
        <pc:chgData name="Satya Veera Prasad" userId="5f4b4c32-73c3-41ac-ad20-20abaae500e0" providerId="ADAL" clId="{515122F0-2B72-49A3-9B7C-644C72A958BB}" dt="2025-12-05T01:31:19.713" v="425" actId="113"/>
        <pc:sldMkLst>
          <pc:docMk/>
          <pc:sldMk cId="1267891747" sldId="359"/>
        </pc:sldMkLst>
        <pc:spChg chg="mod">
          <ac:chgData name="Satya Veera Prasad" userId="5f4b4c32-73c3-41ac-ad20-20abaae500e0" providerId="ADAL" clId="{515122F0-2B72-49A3-9B7C-644C72A958BB}" dt="2025-12-05T01:31:19.713" v="425" actId="113"/>
          <ac:spMkLst>
            <pc:docMk/>
            <pc:sldMk cId="1267891747" sldId="359"/>
            <ac:spMk id="3" creationId="{1899FC96-830C-4DC1-A27D-52B423728380}"/>
          </ac:spMkLst>
        </pc:spChg>
      </pc:sldChg>
      <pc:sldChg chg="modSp mod">
        <pc:chgData name="Satya Veera Prasad" userId="5f4b4c32-73c3-41ac-ad20-20abaae500e0" providerId="ADAL" clId="{515122F0-2B72-49A3-9B7C-644C72A958BB}" dt="2025-12-05T01:31:27.459" v="426" actId="113"/>
        <pc:sldMkLst>
          <pc:docMk/>
          <pc:sldMk cId="3409179073" sldId="360"/>
        </pc:sldMkLst>
        <pc:spChg chg="mod">
          <ac:chgData name="Satya Veera Prasad" userId="5f4b4c32-73c3-41ac-ad20-20abaae500e0" providerId="ADAL" clId="{515122F0-2B72-49A3-9B7C-644C72A958BB}" dt="2025-12-05T01:31:27.459" v="426" actId="113"/>
          <ac:spMkLst>
            <pc:docMk/>
            <pc:sldMk cId="3409179073" sldId="360"/>
            <ac:spMk id="3" creationId="{1899FC96-830C-4DC1-A27D-52B423728380}"/>
          </ac:spMkLst>
        </pc:spChg>
      </pc:sldChg>
      <pc:sldChg chg="modSp mod">
        <pc:chgData name="Satya Veera Prasad" userId="5f4b4c32-73c3-41ac-ad20-20abaae500e0" providerId="ADAL" clId="{515122F0-2B72-49A3-9B7C-644C72A958BB}" dt="2025-12-05T01:33:28.424" v="436" actId="113"/>
        <pc:sldMkLst>
          <pc:docMk/>
          <pc:sldMk cId="2491366991" sldId="361"/>
        </pc:sldMkLst>
        <pc:spChg chg="mod">
          <ac:chgData name="Satya Veera Prasad" userId="5f4b4c32-73c3-41ac-ad20-20abaae500e0" providerId="ADAL" clId="{515122F0-2B72-49A3-9B7C-644C72A958BB}" dt="2025-12-05T01:33:23.242" v="435" actId="113"/>
          <ac:spMkLst>
            <pc:docMk/>
            <pc:sldMk cId="2491366991" sldId="361"/>
            <ac:spMk id="3" creationId="{1899FC96-830C-4DC1-A27D-52B423728380}"/>
          </ac:spMkLst>
        </pc:spChg>
        <pc:spChg chg="mod">
          <ac:chgData name="Satya Veera Prasad" userId="5f4b4c32-73c3-41ac-ad20-20abaae500e0" providerId="ADAL" clId="{515122F0-2B72-49A3-9B7C-644C72A958BB}" dt="2025-12-05T01:33:28.424" v="436" actId="113"/>
          <ac:spMkLst>
            <pc:docMk/>
            <pc:sldMk cId="2491366991" sldId="361"/>
            <ac:spMk id="4" creationId="{E56447FC-71F3-4B43-AD97-78148212AFBE}"/>
          </ac:spMkLst>
        </pc:spChg>
        <pc:graphicFrameChg chg="modGraphic">
          <ac:chgData name="Satya Veera Prasad" userId="5f4b4c32-73c3-41ac-ad20-20abaae500e0" providerId="ADAL" clId="{515122F0-2B72-49A3-9B7C-644C72A958BB}" dt="2025-12-05T01:25:53.016" v="342" actId="313"/>
          <ac:graphicFrameMkLst>
            <pc:docMk/>
            <pc:sldMk cId="2491366991" sldId="361"/>
            <ac:graphicFrameMk id="12" creationId="{E30A3A6A-273D-4AF0-1850-29F31150C392}"/>
          </ac:graphicFrameMkLst>
        </pc:graphicFrameChg>
      </pc:sldChg>
      <pc:sldChg chg="modSp mod">
        <pc:chgData name="Satya Veera Prasad" userId="5f4b4c32-73c3-41ac-ad20-20abaae500e0" providerId="ADAL" clId="{515122F0-2B72-49A3-9B7C-644C72A958BB}" dt="2025-12-04T06:28:51.155" v="249" actId="6549"/>
        <pc:sldMkLst>
          <pc:docMk/>
          <pc:sldMk cId="173008682" sldId="362"/>
        </pc:sldMkLst>
        <pc:spChg chg="mod">
          <ac:chgData name="Satya Veera Prasad" userId="5f4b4c32-73c3-41ac-ad20-20abaae500e0" providerId="ADAL" clId="{515122F0-2B72-49A3-9B7C-644C72A958BB}" dt="2025-12-04T06:28:51.155" v="249" actId="6549"/>
          <ac:spMkLst>
            <pc:docMk/>
            <pc:sldMk cId="173008682" sldId="362"/>
            <ac:spMk id="2" creationId="{D2B19E35-C6FD-4F6B-0B66-52737C6582D0}"/>
          </ac:spMkLst>
        </pc:spChg>
      </pc:sldChg>
      <pc:sldChg chg="modSp mod">
        <pc:chgData name="Satya Veera Prasad" userId="5f4b4c32-73c3-41ac-ad20-20abaae500e0" providerId="ADAL" clId="{515122F0-2B72-49A3-9B7C-644C72A958BB}" dt="2025-12-05T02:37:05.894" v="634" actId="20577"/>
        <pc:sldMkLst>
          <pc:docMk/>
          <pc:sldMk cId="243532083" sldId="363"/>
        </pc:sldMkLst>
        <pc:spChg chg="mod">
          <ac:chgData name="Satya Veera Prasad" userId="5f4b4c32-73c3-41ac-ad20-20abaae500e0" providerId="ADAL" clId="{515122F0-2B72-49A3-9B7C-644C72A958BB}" dt="2025-12-05T02:37:05.894" v="634" actId="20577"/>
          <ac:spMkLst>
            <pc:docMk/>
            <pc:sldMk cId="243532083" sldId="363"/>
            <ac:spMk id="2" creationId="{D2B19E35-C6FD-4F6B-0B66-52737C6582D0}"/>
          </ac:spMkLst>
        </pc:spChg>
      </pc:sldChg>
      <pc:sldChg chg="modSp mod">
        <pc:chgData name="Satya Veera Prasad" userId="5f4b4c32-73c3-41ac-ad20-20abaae500e0" providerId="ADAL" clId="{515122F0-2B72-49A3-9B7C-644C72A958BB}" dt="2025-12-05T01:25:24.058" v="338" actId="2"/>
        <pc:sldMkLst>
          <pc:docMk/>
          <pc:sldMk cId="4116991151" sldId="367"/>
        </pc:sldMkLst>
        <pc:graphicFrameChg chg="modGraphic">
          <ac:chgData name="Satya Veera Prasad" userId="5f4b4c32-73c3-41ac-ad20-20abaae500e0" providerId="ADAL" clId="{515122F0-2B72-49A3-9B7C-644C72A958BB}" dt="2025-12-05T01:25:24.058" v="338" actId="2"/>
          <ac:graphicFrameMkLst>
            <pc:docMk/>
            <pc:sldMk cId="4116991151" sldId="367"/>
            <ac:graphicFrameMk id="8" creationId="{1A57467E-D114-18EA-DDAF-7D8B307F2742}"/>
          </ac:graphicFrameMkLst>
        </pc:graphicFrameChg>
      </pc:sldChg>
      <pc:sldChg chg="modSp mod">
        <pc:chgData name="Satya Veera Prasad" userId="5f4b4c32-73c3-41ac-ad20-20abaae500e0" providerId="ADAL" clId="{515122F0-2B72-49A3-9B7C-644C72A958BB}" dt="2025-12-05T01:32:51.899" v="432" actId="20577"/>
        <pc:sldMkLst>
          <pc:docMk/>
          <pc:sldMk cId="1562474126" sldId="371"/>
        </pc:sldMkLst>
        <pc:spChg chg="mod">
          <ac:chgData name="Satya Veera Prasad" userId="5f4b4c32-73c3-41ac-ad20-20abaae500e0" providerId="ADAL" clId="{515122F0-2B72-49A3-9B7C-644C72A958BB}" dt="2025-12-05T01:32:51.899" v="432" actId="20577"/>
          <ac:spMkLst>
            <pc:docMk/>
            <pc:sldMk cId="1562474126" sldId="371"/>
            <ac:spMk id="4" creationId="{E56447FC-71F3-4B43-AD97-78148212AFBE}"/>
          </ac:spMkLst>
        </pc:spChg>
        <pc:graphicFrameChg chg="modGraphic">
          <ac:chgData name="Satya Veera Prasad" userId="5f4b4c32-73c3-41ac-ad20-20abaae500e0" providerId="ADAL" clId="{515122F0-2B72-49A3-9B7C-644C72A958BB}" dt="2025-12-05T01:25:25.385" v="339" actId="2"/>
          <ac:graphicFrameMkLst>
            <pc:docMk/>
            <pc:sldMk cId="1562474126" sldId="371"/>
            <ac:graphicFrameMk id="5" creationId="{4595DA4F-CF5B-2F80-A556-055600513E94}"/>
          </ac:graphicFrameMkLst>
        </pc:graphicFrameChg>
      </pc:sldChg>
      <pc:sldChg chg="ord">
        <pc:chgData name="Satya Veera Prasad" userId="5f4b4c32-73c3-41ac-ad20-20abaae500e0" providerId="ADAL" clId="{515122F0-2B72-49A3-9B7C-644C72A958BB}" dt="2025-12-04T03:23:00.088" v="22"/>
        <pc:sldMkLst>
          <pc:docMk/>
          <pc:sldMk cId="3030200086" sldId="373"/>
        </pc:sldMkLst>
      </pc:sldChg>
      <pc:sldChg chg="modSp mod">
        <pc:chgData name="Satya Veera Prasad" userId="5f4b4c32-73c3-41ac-ad20-20abaae500e0" providerId="ADAL" clId="{515122F0-2B72-49A3-9B7C-644C72A958BB}" dt="2025-12-04T03:25:02.377" v="73" actId="20577"/>
        <pc:sldMkLst>
          <pc:docMk/>
          <pc:sldMk cId="636955585" sldId="374"/>
        </pc:sldMkLst>
        <pc:spChg chg="mod">
          <ac:chgData name="Satya Veera Prasad" userId="5f4b4c32-73c3-41ac-ad20-20abaae500e0" providerId="ADAL" clId="{515122F0-2B72-49A3-9B7C-644C72A958BB}" dt="2025-12-04T03:25:02.377" v="73" actId="20577"/>
          <ac:spMkLst>
            <pc:docMk/>
            <pc:sldMk cId="636955585" sldId="374"/>
            <ac:spMk id="3" creationId="{22196DEC-2375-35D6-B37F-76A4EBDD86F3}"/>
          </ac:spMkLst>
        </pc:spChg>
      </pc:sldChg>
      <pc:sldChg chg="modSp mod">
        <pc:chgData name="Satya Veera Prasad" userId="5f4b4c32-73c3-41ac-ad20-20abaae500e0" providerId="ADAL" clId="{515122F0-2B72-49A3-9B7C-644C72A958BB}" dt="2025-12-05T01:56:04.884" v="550" actId="20577"/>
        <pc:sldMkLst>
          <pc:docMk/>
          <pc:sldMk cId="2032502061" sldId="375"/>
        </pc:sldMkLst>
        <pc:graphicFrameChg chg="mod modGraphic">
          <ac:chgData name="Satya Veera Prasad" userId="5f4b4c32-73c3-41ac-ad20-20abaae500e0" providerId="ADAL" clId="{515122F0-2B72-49A3-9B7C-644C72A958BB}" dt="2025-12-05T01:56:04.884" v="550" actId="20577"/>
          <ac:graphicFrameMkLst>
            <pc:docMk/>
            <pc:sldMk cId="2032502061" sldId="375"/>
            <ac:graphicFrameMk id="8" creationId="{6BFC515E-7BA0-97E1-6DFB-98EDEA88CA69}"/>
          </ac:graphicFrameMkLst>
        </pc:graphicFrameChg>
      </pc:sldChg>
      <pc:sldChg chg="modSp mod">
        <pc:chgData name="Satya Veera Prasad" userId="5f4b4c32-73c3-41ac-ad20-20abaae500e0" providerId="ADAL" clId="{515122F0-2B72-49A3-9B7C-644C72A958BB}" dt="2025-12-05T02:06:22.254" v="585" actId="14100"/>
        <pc:sldMkLst>
          <pc:docMk/>
          <pc:sldMk cId="1454361139" sldId="376"/>
        </pc:sldMkLst>
        <pc:graphicFrameChg chg="mod modGraphic">
          <ac:chgData name="Satya Veera Prasad" userId="5f4b4c32-73c3-41ac-ad20-20abaae500e0" providerId="ADAL" clId="{515122F0-2B72-49A3-9B7C-644C72A958BB}" dt="2025-12-05T02:06:22.254" v="585" actId="14100"/>
          <ac:graphicFrameMkLst>
            <pc:docMk/>
            <pc:sldMk cId="1454361139" sldId="376"/>
            <ac:graphicFrameMk id="10" creationId="{882875D3-156E-7FB5-EF74-96A8D561BDF5}"/>
          </ac:graphicFrameMkLst>
        </pc:graphicFrameChg>
      </pc:sldChg>
      <pc:sldChg chg="modSp mod ord">
        <pc:chgData name="Satya Veera Prasad" userId="5f4b4c32-73c3-41ac-ad20-20abaae500e0" providerId="ADAL" clId="{515122F0-2B72-49A3-9B7C-644C72A958BB}" dt="2025-12-05T01:50:14.797" v="526" actId="20577"/>
        <pc:sldMkLst>
          <pc:docMk/>
          <pc:sldMk cId="710317385" sldId="377"/>
        </pc:sldMkLst>
        <pc:spChg chg="mod">
          <ac:chgData name="Satya Veera Prasad" userId="5f4b4c32-73c3-41ac-ad20-20abaae500e0" providerId="ADAL" clId="{515122F0-2B72-49A3-9B7C-644C72A958BB}" dt="2025-12-05T01:50:14.797" v="526" actId="20577"/>
          <ac:spMkLst>
            <pc:docMk/>
            <pc:sldMk cId="710317385" sldId="377"/>
            <ac:spMk id="3" creationId="{613B3EBD-B46A-8031-397F-4839E93FB801}"/>
          </ac:spMkLst>
        </pc:spChg>
        <pc:spChg chg="mod">
          <ac:chgData name="Satya Veera Prasad" userId="5f4b4c32-73c3-41ac-ad20-20abaae500e0" providerId="ADAL" clId="{515122F0-2B72-49A3-9B7C-644C72A958BB}" dt="2025-12-05T01:47:31.093" v="502" actId="14100"/>
          <ac:spMkLst>
            <pc:docMk/>
            <pc:sldMk cId="710317385" sldId="377"/>
            <ac:spMk id="4" creationId="{32F3DB17-1CB0-3C24-E22D-88197029CC41}"/>
          </ac:spMkLst>
        </pc:spChg>
      </pc:sldChg>
      <pc:sldChg chg="addSp modSp mod ord">
        <pc:chgData name="Satya Veera Prasad" userId="5f4b4c32-73c3-41ac-ad20-20abaae500e0" providerId="ADAL" clId="{515122F0-2B72-49A3-9B7C-644C72A958BB}" dt="2025-12-05T01:50:19.261" v="528" actId="20577"/>
        <pc:sldMkLst>
          <pc:docMk/>
          <pc:sldMk cId="125285512" sldId="378"/>
        </pc:sldMkLst>
        <pc:spChg chg="mod">
          <ac:chgData name="Satya Veera Prasad" userId="5f4b4c32-73c3-41ac-ad20-20abaae500e0" providerId="ADAL" clId="{515122F0-2B72-49A3-9B7C-644C72A958BB}" dt="2025-12-05T01:50:19.261" v="528" actId="20577"/>
          <ac:spMkLst>
            <pc:docMk/>
            <pc:sldMk cId="125285512" sldId="378"/>
            <ac:spMk id="3" creationId="{613B3EBD-B46A-8031-397F-4839E93FB801}"/>
          </ac:spMkLst>
        </pc:spChg>
        <pc:spChg chg="add">
          <ac:chgData name="Satya Veera Prasad" userId="5f4b4c32-73c3-41ac-ad20-20abaae500e0" providerId="ADAL" clId="{515122F0-2B72-49A3-9B7C-644C72A958BB}" dt="2025-12-05T01:49:53.918" v="519"/>
          <ac:spMkLst>
            <pc:docMk/>
            <pc:sldMk cId="125285512" sldId="378"/>
            <ac:spMk id="5" creationId="{4FDCA59C-AB15-E25D-3EFD-F9454DC049E1}"/>
          </ac:spMkLst>
        </pc:spChg>
        <pc:picChg chg="mod">
          <ac:chgData name="Satya Veera Prasad" userId="5f4b4c32-73c3-41ac-ad20-20abaae500e0" providerId="ADAL" clId="{515122F0-2B72-49A3-9B7C-644C72A958BB}" dt="2025-12-05T01:50:06.692" v="521" actId="1076"/>
          <ac:picMkLst>
            <pc:docMk/>
            <pc:sldMk cId="125285512" sldId="378"/>
            <ac:picMk id="6" creationId="{39FE2062-3583-B640-EEA0-0CD67A95821F}"/>
          </ac:picMkLst>
        </pc:picChg>
      </pc:sldChg>
      <pc:sldChg chg="modSp mod">
        <pc:chgData name="Satya Veera Prasad" userId="5f4b4c32-73c3-41ac-ad20-20abaae500e0" providerId="ADAL" clId="{515122F0-2B72-49A3-9B7C-644C72A958BB}" dt="2025-12-05T01:26:49.091" v="370" actId="2"/>
        <pc:sldMkLst>
          <pc:docMk/>
          <pc:sldMk cId="540785303" sldId="379"/>
        </pc:sldMkLst>
        <pc:graphicFrameChg chg="modGraphic">
          <ac:chgData name="Satya Veera Prasad" userId="5f4b4c32-73c3-41ac-ad20-20abaae500e0" providerId="ADAL" clId="{515122F0-2B72-49A3-9B7C-644C72A958BB}" dt="2025-12-05T01:26:49.091" v="370" actId="2"/>
          <ac:graphicFrameMkLst>
            <pc:docMk/>
            <pc:sldMk cId="540785303" sldId="379"/>
            <ac:graphicFrameMk id="5" creationId="{3149B614-91F3-7085-D19E-B9514FEF949A}"/>
          </ac:graphicFrameMkLst>
        </pc:graphicFrameChg>
      </pc:sldChg>
      <pc:sldChg chg="modSp mod">
        <pc:chgData name="Satya Veera Prasad" userId="5f4b4c32-73c3-41ac-ad20-20abaae500e0" providerId="ADAL" clId="{515122F0-2B72-49A3-9B7C-644C72A958BB}" dt="2025-12-05T01:26:52.336" v="371" actId="2"/>
        <pc:sldMkLst>
          <pc:docMk/>
          <pc:sldMk cId="1360243177" sldId="380"/>
        </pc:sldMkLst>
        <pc:spChg chg="mod">
          <ac:chgData name="Satya Veera Prasad" userId="5f4b4c32-73c3-41ac-ad20-20abaae500e0" providerId="ADAL" clId="{515122F0-2B72-49A3-9B7C-644C72A958BB}" dt="2025-12-05T01:26:52.336" v="371" actId="2"/>
          <ac:spMkLst>
            <pc:docMk/>
            <pc:sldMk cId="1360243177" sldId="380"/>
            <ac:spMk id="3" creationId="{53090E3D-248E-5FF8-D27C-C869AF815C84}"/>
          </ac:spMkLst>
        </pc:spChg>
        <pc:spChg chg="mod">
          <ac:chgData name="Satya Veera Prasad" userId="5f4b4c32-73c3-41ac-ad20-20abaae500e0" providerId="ADAL" clId="{515122F0-2B72-49A3-9B7C-644C72A958BB}" dt="2025-12-04T03:59:45.362" v="217" actId="113"/>
          <ac:spMkLst>
            <pc:docMk/>
            <pc:sldMk cId="1360243177" sldId="380"/>
            <ac:spMk id="4" creationId="{1B82C10B-2C85-7AC7-684E-06A26E23997A}"/>
          </ac:spMkLst>
        </pc:spChg>
      </pc:sldChg>
      <pc:sldChg chg="modSp mod">
        <pc:chgData name="Satya Veera Prasad" userId="5f4b4c32-73c3-41ac-ad20-20abaae500e0" providerId="ADAL" clId="{515122F0-2B72-49A3-9B7C-644C72A958BB}" dt="2025-12-04T06:36:51.415" v="268" actId="14100"/>
        <pc:sldMkLst>
          <pc:docMk/>
          <pc:sldMk cId="3434422473" sldId="381"/>
        </pc:sldMkLst>
        <pc:spChg chg="mod">
          <ac:chgData name="Satya Veera Prasad" userId="5f4b4c32-73c3-41ac-ad20-20abaae500e0" providerId="ADAL" clId="{515122F0-2B72-49A3-9B7C-644C72A958BB}" dt="2025-12-04T06:36:51.415" v="268" actId="14100"/>
          <ac:spMkLst>
            <pc:docMk/>
            <pc:sldMk cId="3434422473" sldId="381"/>
            <ac:spMk id="3" creationId="{53090E3D-248E-5FF8-D27C-C869AF815C84}"/>
          </ac:spMkLst>
        </pc:spChg>
        <pc:spChg chg="mod">
          <ac:chgData name="Satya Veera Prasad" userId="5f4b4c32-73c3-41ac-ad20-20abaae500e0" providerId="ADAL" clId="{515122F0-2B72-49A3-9B7C-644C72A958BB}" dt="2025-12-04T04:00:36.256" v="219" actId="113"/>
          <ac:spMkLst>
            <pc:docMk/>
            <pc:sldMk cId="3434422473" sldId="381"/>
            <ac:spMk id="4" creationId="{1B82C10B-2C85-7AC7-684E-06A26E23997A}"/>
          </ac:spMkLst>
        </pc:spChg>
        <pc:picChg chg="mod">
          <ac:chgData name="Satya Veera Prasad" userId="5f4b4c32-73c3-41ac-ad20-20abaae500e0" providerId="ADAL" clId="{515122F0-2B72-49A3-9B7C-644C72A958BB}" dt="2025-12-04T06:36:41.881" v="266" actId="1036"/>
          <ac:picMkLst>
            <pc:docMk/>
            <pc:sldMk cId="3434422473" sldId="381"/>
            <ac:picMk id="6" creationId="{B3550F1C-E60B-DBC6-7A98-F5A4DA79E9F8}"/>
          </ac:picMkLst>
        </pc:picChg>
      </pc:sldChg>
      <pc:sldChg chg="modSp new mod ord">
        <pc:chgData name="Satya Veera Prasad" userId="5f4b4c32-73c3-41ac-ad20-20abaae500e0" providerId="ADAL" clId="{515122F0-2B72-49A3-9B7C-644C72A958BB}" dt="2025-12-05T01:26:12.720" v="364" actId="2"/>
        <pc:sldMkLst>
          <pc:docMk/>
          <pc:sldMk cId="4099762156" sldId="382"/>
        </pc:sldMkLst>
        <pc:spChg chg="mod">
          <ac:chgData name="Satya Veera Prasad" userId="5f4b4c32-73c3-41ac-ad20-20abaae500e0" providerId="ADAL" clId="{515122F0-2B72-49A3-9B7C-644C72A958BB}" dt="2025-12-05T01:26:12.720" v="364" actId="2"/>
          <ac:spMkLst>
            <pc:docMk/>
            <pc:sldMk cId="4099762156" sldId="382"/>
            <ac:spMk id="3" creationId="{6E7953DF-5EFD-3B31-2A9F-FBCB485CA3AF}"/>
          </ac:spMkLst>
        </pc:spChg>
        <pc:spChg chg="mod">
          <ac:chgData name="Satya Veera Prasad" userId="5f4b4c32-73c3-41ac-ad20-20abaae500e0" providerId="ADAL" clId="{515122F0-2B72-49A3-9B7C-644C72A958BB}" dt="2025-12-04T03:26:05.653" v="80" actId="113"/>
          <ac:spMkLst>
            <pc:docMk/>
            <pc:sldMk cId="4099762156" sldId="382"/>
            <ac:spMk id="4" creationId="{C554722E-C2A3-1E9C-7BBB-7E14ACAD582D}"/>
          </ac:spMkLst>
        </pc:spChg>
      </pc:sldChg>
      <pc:sldChg chg="modSp new mod">
        <pc:chgData name="Satya Veera Prasad" userId="5f4b4c32-73c3-41ac-ad20-20abaae500e0" providerId="ADAL" clId="{515122F0-2B72-49A3-9B7C-644C72A958BB}" dt="2025-12-04T03:58:42.090" v="215" actId="2711"/>
        <pc:sldMkLst>
          <pc:docMk/>
          <pc:sldMk cId="1806287582" sldId="383"/>
        </pc:sldMkLst>
        <pc:spChg chg="mod">
          <ac:chgData name="Satya Veera Prasad" userId="5f4b4c32-73c3-41ac-ad20-20abaae500e0" providerId="ADAL" clId="{515122F0-2B72-49A3-9B7C-644C72A958BB}" dt="2025-12-04T03:58:42.090" v="215" actId="2711"/>
          <ac:spMkLst>
            <pc:docMk/>
            <pc:sldMk cId="1806287582" sldId="383"/>
            <ac:spMk id="3" creationId="{6EC255E3-665F-2286-CC9B-0B685BF971AF}"/>
          </ac:spMkLst>
        </pc:spChg>
        <pc:spChg chg="mod">
          <ac:chgData name="Satya Veera Prasad" userId="5f4b4c32-73c3-41ac-ad20-20abaae500e0" providerId="ADAL" clId="{515122F0-2B72-49A3-9B7C-644C72A958BB}" dt="2025-12-04T03:55:07.263" v="194" actId="20577"/>
          <ac:spMkLst>
            <pc:docMk/>
            <pc:sldMk cId="1806287582" sldId="383"/>
            <ac:spMk id="4" creationId="{ED84EF9A-7F4F-E29E-6784-7E35D464596A}"/>
          </ac:spMkLst>
        </pc:spChg>
      </pc:sldChg>
      <pc:sldChg chg="modSp add mod">
        <pc:chgData name="Satya Veera Prasad" userId="5f4b4c32-73c3-41ac-ad20-20abaae500e0" providerId="ADAL" clId="{515122F0-2B72-49A3-9B7C-644C72A958BB}" dt="2025-12-05T01:33:05.740" v="434" actId="6549"/>
        <pc:sldMkLst>
          <pc:docMk/>
          <pc:sldMk cId="3151888789" sldId="384"/>
        </pc:sldMkLst>
        <pc:spChg chg="mod">
          <ac:chgData name="Satya Veera Prasad" userId="5f4b4c32-73c3-41ac-ad20-20abaae500e0" providerId="ADAL" clId="{515122F0-2B72-49A3-9B7C-644C72A958BB}" dt="2025-12-05T01:33:05.740" v="434" actId="6549"/>
          <ac:spMkLst>
            <pc:docMk/>
            <pc:sldMk cId="3151888789" sldId="384"/>
            <ac:spMk id="3" creationId="{19C60CE3-F693-AB2C-F7A0-971BB92420A5}"/>
          </ac:spMkLst>
        </pc:spChg>
      </pc:sldChg>
      <pc:sldChg chg="modSp add mod">
        <pc:chgData name="Satya Veera Prasad" userId="5f4b4c32-73c3-41ac-ad20-20abaae500e0" providerId="ADAL" clId="{515122F0-2B72-49A3-9B7C-644C72A958BB}" dt="2025-12-05T02:33:32.404" v="627" actId="20577"/>
        <pc:sldMkLst>
          <pc:docMk/>
          <pc:sldMk cId="733795284" sldId="385"/>
        </pc:sldMkLst>
        <pc:spChg chg="mod">
          <ac:chgData name="Satya Veera Prasad" userId="5f4b4c32-73c3-41ac-ad20-20abaae500e0" providerId="ADAL" clId="{515122F0-2B72-49A3-9B7C-644C72A958BB}" dt="2025-12-05T02:33:32.404" v="627" actId="20577"/>
          <ac:spMkLst>
            <pc:docMk/>
            <pc:sldMk cId="733795284" sldId="385"/>
            <ac:spMk id="2" creationId="{D2B19E35-C6FD-4F6B-0B66-52737C6582D0}"/>
          </ac:spMkLst>
        </pc:spChg>
      </pc:sldChg>
      <pc:sldChg chg="modSp add mod">
        <pc:chgData name="Satya Veera Prasad" userId="5f4b4c32-73c3-41ac-ad20-20abaae500e0" providerId="ADAL" clId="{515122F0-2B72-49A3-9B7C-644C72A958BB}" dt="2025-12-05T02:33:56.955" v="630" actId="20577"/>
        <pc:sldMkLst>
          <pc:docMk/>
          <pc:sldMk cId="2859142646" sldId="386"/>
        </pc:sldMkLst>
        <pc:spChg chg="mod">
          <ac:chgData name="Satya Veera Prasad" userId="5f4b4c32-73c3-41ac-ad20-20abaae500e0" providerId="ADAL" clId="{515122F0-2B72-49A3-9B7C-644C72A958BB}" dt="2025-12-05T02:33:56.955" v="630" actId="20577"/>
          <ac:spMkLst>
            <pc:docMk/>
            <pc:sldMk cId="2859142646" sldId="386"/>
            <ac:spMk id="3" creationId="{6EC255E3-665F-2286-CC9B-0B685BF971AF}"/>
          </ac:spMkLst>
        </pc:spChg>
        <pc:spChg chg="mod">
          <ac:chgData name="Satya Veera Prasad" userId="5f4b4c32-73c3-41ac-ad20-20abaae500e0" providerId="ADAL" clId="{515122F0-2B72-49A3-9B7C-644C72A958BB}" dt="2025-12-05T01:43:19.324" v="498" actId="113"/>
          <ac:spMkLst>
            <pc:docMk/>
            <pc:sldMk cId="2859142646" sldId="386"/>
            <ac:spMk id="4" creationId="{ED84EF9A-7F4F-E29E-6784-7E35D464596A}"/>
          </ac:spMkLst>
        </pc:spChg>
      </pc:sldChg>
      <pc:sldChg chg="modSp new mod ord">
        <pc:chgData name="Satya Veera Prasad" userId="5f4b4c32-73c3-41ac-ad20-20abaae500e0" providerId="ADAL" clId="{515122F0-2B72-49A3-9B7C-644C72A958BB}" dt="2025-12-05T04:15:53.569" v="841" actId="6549"/>
        <pc:sldMkLst>
          <pc:docMk/>
          <pc:sldMk cId="3774353283" sldId="387"/>
        </pc:sldMkLst>
        <pc:spChg chg="mod">
          <ac:chgData name="Satya Veera Prasad" userId="5f4b4c32-73c3-41ac-ad20-20abaae500e0" providerId="ADAL" clId="{515122F0-2B72-49A3-9B7C-644C72A958BB}" dt="2025-12-05T04:15:53.569" v="841" actId="6549"/>
          <ac:spMkLst>
            <pc:docMk/>
            <pc:sldMk cId="3774353283" sldId="387"/>
            <ac:spMk id="3" creationId="{C9BE1769-B108-42A4-B5DB-80AABB48D433}"/>
          </ac:spMkLst>
        </pc:spChg>
        <pc:spChg chg="mod">
          <ac:chgData name="Satya Veera Prasad" userId="5f4b4c32-73c3-41ac-ad20-20abaae500e0" providerId="ADAL" clId="{515122F0-2B72-49A3-9B7C-644C72A958BB}" dt="2025-12-04T09:19:24.872" v="299" actId="20577"/>
          <ac:spMkLst>
            <pc:docMk/>
            <pc:sldMk cId="3774353283" sldId="387"/>
            <ac:spMk id="4" creationId="{5539B3AE-7BB0-DEFD-461E-027193BC8268}"/>
          </ac:spMkLst>
        </pc:spChg>
      </pc:sldChg>
      <pc:sldChg chg="modSp add mod">
        <pc:chgData name="Satya Veera Prasad" userId="5f4b4c32-73c3-41ac-ad20-20abaae500e0" providerId="ADAL" clId="{515122F0-2B72-49A3-9B7C-644C72A958BB}" dt="2025-12-05T02:36:52.260" v="632" actId="20577"/>
        <pc:sldMkLst>
          <pc:docMk/>
          <pc:sldMk cId="1947924430" sldId="388"/>
        </pc:sldMkLst>
        <pc:spChg chg="mod">
          <ac:chgData name="Satya Veera Prasad" userId="5f4b4c32-73c3-41ac-ad20-20abaae500e0" providerId="ADAL" clId="{515122F0-2B72-49A3-9B7C-644C72A958BB}" dt="2025-12-05T02:36:52.260" v="632" actId="20577"/>
          <ac:spMkLst>
            <pc:docMk/>
            <pc:sldMk cId="1947924430" sldId="388"/>
            <ac:spMk id="2" creationId="{D2B19E35-C6FD-4F6B-0B66-52737C6582D0}"/>
          </ac:spMkLst>
        </pc:spChg>
      </pc:sldChg>
      <pc:sldChg chg="add">
        <pc:chgData name="Satya Veera Prasad" userId="5f4b4c32-73c3-41ac-ad20-20abaae500e0" providerId="ADAL" clId="{515122F0-2B72-49A3-9B7C-644C72A958BB}" dt="2025-12-05T02:32:57.631" v="586"/>
        <pc:sldMkLst>
          <pc:docMk/>
          <pc:sldMk cId="770264410" sldId="389"/>
        </pc:sldMkLst>
      </pc:sldChg>
      <pc:sldChg chg="modSp add mod">
        <pc:chgData name="Satya Veera Prasad" userId="5f4b4c32-73c3-41ac-ad20-20abaae500e0" providerId="ADAL" clId="{515122F0-2B72-49A3-9B7C-644C72A958BB}" dt="2025-12-05T04:17:52.601" v="868" actId="20577"/>
        <pc:sldMkLst>
          <pc:docMk/>
          <pc:sldMk cId="1068864583" sldId="390"/>
        </pc:sldMkLst>
        <pc:spChg chg="mod">
          <ac:chgData name="Satya Veera Prasad" userId="5f4b4c32-73c3-41ac-ad20-20abaae500e0" providerId="ADAL" clId="{515122F0-2B72-49A3-9B7C-644C72A958BB}" dt="2025-12-05T04:17:52.601" v="868" actId="20577"/>
          <ac:spMkLst>
            <pc:docMk/>
            <pc:sldMk cId="1068864583" sldId="390"/>
            <ac:spMk id="3" creationId="{C9BE1769-B108-42A4-B5DB-80AABB48D433}"/>
          </ac:spMkLst>
        </pc:spChg>
        <pc:spChg chg="mod">
          <ac:chgData name="Satya Veera Prasad" userId="5f4b4c32-73c3-41ac-ad20-20abaae500e0" providerId="ADAL" clId="{515122F0-2B72-49A3-9B7C-644C72A958BB}" dt="2025-12-05T02:38:45.790" v="709" actId="20577"/>
          <ac:spMkLst>
            <pc:docMk/>
            <pc:sldMk cId="1068864583" sldId="390"/>
            <ac:spMk id="4" creationId="{5539B3AE-7BB0-DEFD-461E-027193BC826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D1717D6-B4B2-4477-8752-DDCC79E4B5D0}"/>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1AC71290-6F86-4769-9DDF-620568426E98}"/>
              </a:ext>
            </a:extLst>
          </p:cNvPr>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33D38CED-F668-4F38-8B13-FF29F6AC7301}" type="datetimeFigureOut">
              <a:rPr kumimoji="1" lang="ja-JP" altLang="en-US" smtClean="0"/>
              <a:t>2025/12/5</a:t>
            </a:fld>
            <a:endParaRPr kumimoji="1" lang="ja-JP" altLang="en-US"/>
          </a:p>
        </p:txBody>
      </p:sp>
      <p:sp>
        <p:nvSpPr>
          <p:cNvPr id="4" name="フッター プレースホルダー 3">
            <a:extLst>
              <a:ext uri="{FF2B5EF4-FFF2-40B4-BE49-F238E27FC236}">
                <a16:creationId xmlns:a16="http://schemas.microsoft.com/office/drawing/2014/main" id="{16F8F57D-76DB-43E0-8757-DF1CC9B0729A}"/>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602EE980-06B0-43A1-8291-4FAB69806C83}"/>
              </a:ext>
            </a:extLst>
          </p:cNvPr>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A432E45B-A448-40D1-8DD3-D8F3ED69B52F}" type="slidenum">
              <a:rPr kumimoji="1" lang="ja-JP" altLang="en-US" smtClean="0"/>
              <a:t>‹#›</a:t>
            </a:fld>
            <a:endParaRPr kumimoji="1" lang="ja-JP" altLang="en-US"/>
          </a:p>
        </p:txBody>
      </p:sp>
    </p:spTree>
    <p:extLst>
      <p:ext uri="{BB962C8B-B14F-4D97-AF65-F5344CB8AC3E}">
        <p14:creationId xmlns:p14="http://schemas.microsoft.com/office/powerpoint/2010/main" val="2000785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6CEDD069-B2EE-49B7-97F2-8A76E464C8E7}" type="datetimeFigureOut">
              <a:rPr kumimoji="1" lang="ja-JP" altLang="en-US" smtClean="0"/>
              <a:t>2025/12/5</a:t>
            </a:fld>
            <a:endParaRPr kumimoji="1" lang="ja-JP" altLang="en-US"/>
          </a:p>
        </p:txBody>
      </p:sp>
      <p:sp>
        <p:nvSpPr>
          <p:cNvPr id="4" name="スライド イメージ プレースホルダー 3"/>
          <p:cNvSpPr>
            <a:spLocks noGrp="1" noRot="1" noChangeAspect="1"/>
          </p:cNvSpPr>
          <p:nvPr>
            <p:ph type="sldImg" idx="2"/>
          </p:nvPr>
        </p:nvSpPr>
        <p:spPr>
          <a:xfrm>
            <a:off x="982663" y="1243013"/>
            <a:ext cx="4841875"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CF374625-E895-4E97-ADAC-90F58781FCD5}" type="slidenum">
              <a:rPr kumimoji="1" lang="ja-JP" altLang="en-US" smtClean="0"/>
              <a:t>‹#›</a:t>
            </a:fld>
            <a:endParaRPr kumimoji="1" lang="ja-JP" altLang="en-US"/>
          </a:p>
        </p:txBody>
      </p:sp>
    </p:spTree>
    <p:extLst>
      <p:ext uri="{BB962C8B-B14F-4D97-AF65-F5344CB8AC3E}">
        <p14:creationId xmlns:p14="http://schemas.microsoft.com/office/powerpoint/2010/main" val="166136405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1">
    <p:spTree>
      <p:nvGrpSpPr>
        <p:cNvPr id="1" name=""/>
        <p:cNvGrpSpPr/>
        <p:nvPr/>
      </p:nvGrpSpPr>
      <p:grpSpPr>
        <a:xfrm>
          <a:off x="0" y="0"/>
          <a:ext cx="0" cy="0"/>
          <a:chOff x="0" y="0"/>
          <a:chExt cx="0" cy="0"/>
        </a:xfrm>
      </p:grpSpPr>
      <p:grpSp>
        <p:nvGrpSpPr>
          <p:cNvPr id="24" name="グラフィックス 65">
            <a:extLst>
              <a:ext uri="{FF2B5EF4-FFF2-40B4-BE49-F238E27FC236}">
                <a16:creationId xmlns:a16="http://schemas.microsoft.com/office/drawing/2014/main" id="{93180CD0-A94C-42BD-ABF6-0ECD3D611456}"/>
              </a:ext>
            </a:extLst>
          </p:cNvPr>
          <p:cNvGrpSpPr>
            <a:grpSpLocks noChangeAspect="1"/>
          </p:cNvGrpSpPr>
          <p:nvPr userDrawn="1"/>
        </p:nvGrpSpPr>
        <p:grpSpPr>
          <a:xfrm>
            <a:off x="8537532" y="6501919"/>
            <a:ext cx="1368568" cy="360000"/>
            <a:chOff x="3691731" y="3246312"/>
            <a:chExt cx="3270028" cy="888156"/>
          </a:xfrm>
        </p:grpSpPr>
        <p:sp>
          <p:nvSpPr>
            <p:cNvPr id="38" name="フリーフォーム: 図形 37">
              <a:extLst>
                <a:ext uri="{FF2B5EF4-FFF2-40B4-BE49-F238E27FC236}">
                  <a16:creationId xmlns:a16="http://schemas.microsoft.com/office/drawing/2014/main" id="{91EA68EC-2ECA-4600-8D3A-793353499A2D}"/>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sz="2059"/>
            </a:p>
          </p:txBody>
        </p:sp>
        <p:sp>
          <p:nvSpPr>
            <p:cNvPr id="39" name="フリーフォーム: 図形 38">
              <a:extLst>
                <a:ext uri="{FF2B5EF4-FFF2-40B4-BE49-F238E27FC236}">
                  <a16:creationId xmlns:a16="http://schemas.microsoft.com/office/drawing/2014/main" id="{3A9E7D7C-4B1E-449E-B101-7E98E884E13D}"/>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sz="2059"/>
            </a:p>
          </p:txBody>
        </p:sp>
        <p:sp>
          <p:nvSpPr>
            <p:cNvPr id="40" name="フリーフォーム: 図形 39">
              <a:extLst>
                <a:ext uri="{FF2B5EF4-FFF2-40B4-BE49-F238E27FC236}">
                  <a16:creationId xmlns:a16="http://schemas.microsoft.com/office/drawing/2014/main" id="{C1A04DB3-7D13-4FB0-97F9-F898E5F9BDC0}"/>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sz="2059"/>
            </a:p>
          </p:txBody>
        </p:sp>
        <p:sp>
          <p:nvSpPr>
            <p:cNvPr id="41" name="フリーフォーム: 図形 40">
              <a:extLst>
                <a:ext uri="{FF2B5EF4-FFF2-40B4-BE49-F238E27FC236}">
                  <a16:creationId xmlns:a16="http://schemas.microsoft.com/office/drawing/2014/main" id="{DEE74779-73BE-450F-AECB-5A25592B6293}"/>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sz="2059"/>
            </a:p>
          </p:txBody>
        </p:sp>
        <p:sp>
          <p:nvSpPr>
            <p:cNvPr id="45" name="フリーフォーム: 図形 44">
              <a:extLst>
                <a:ext uri="{FF2B5EF4-FFF2-40B4-BE49-F238E27FC236}">
                  <a16:creationId xmlns:a16="http://schemas.microsoft.com/office/drawing/2014/main" id="{0DA3A903-2145-4E9F-BAE6-901855BAC441}"/>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sz="2059"/>
            </a:p>
          </p:txBody>
        </p:sp>
        <p:sp>
          <p:nvSpPr>
            <p:cNvPr id="46" name="フリーフォーム: 図形 45">
              <a:extLst>
                <a:ext uri="{FF2B5EF4-FFF2-40B4-BE49-F238E27FC236}">
                  <a16:creationId xmlns:a16="http://schemas.microsoft.com/office/drawing/2014/main" id="{C3951BBE-9D29-480A-A2DE-9326214E9926}"/>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sz="2059"/>
            </a:p>
          </p:txBody>
        </p:sp>
        <p:sp>
          <p:nvSpPr>
            <p:cNvPr id="47" name="フリーフォーム: 図形 46">
              <a:extLst>
                <a:ext uri="{FF2B5EF4-FFF2-40B4-BE49-F238E27FC236}">
                  <a16:creationId xmlns:a16="http://schemas.microsoft.com/office/drawing/2014/main" id="{7D6EC20B-8BD0-47E2-AB9C-7E0283D4F9FC}"/>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sz="2059"/>
            </a:p>
          </p:txBody>
        </p:sp>
        <p:sp>
          <p:nvSpPr>
            <p:cNvPr id="48" name="フリーフォーム: 図形 47">
              <a:extLst>
                <a:ext uri="{FF2B5EF4-FFF2-40B4-BE49-F238E27FC236}">
                  <a16:creationId xmlns:a16="http://schemas.microsoft.com/office/drawing/2014/main" id="{A90794ED-5674-4E50-BA3C-648A268F2BED}"/>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sz="2059"/>
            </a:p>
          </p:txBody>
        </p:sp>
        <p:sp>
          <p:nvSpPr>
            <p:cNvPr id="49" name="フリーフォーム: 図形 48">
              <a:extLst>
                <a:ext uri="{FF2B5EF4-FFF2-40B4-BE49-F238E27FC236}">
                  <a16:creationId xmlns:a16="http://schemas.microsoft.com/office/drawing/2014/main" id="{DE5E8981-202D-4C81-AB9E-4D96994B5F2A}"/>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sz="2059" dirty="0"/>
            </a:p>
          </p:txBody>
        </p:sp>
        <p:sp>
          <p:nvSpPr>
            <p:cNvPr id="50" name="フリーフォーム: 図形 49">
              <a:extLst>
                <a:ext uri="{FF2B5EF4-FFF2-40B4-BE49-F238E27FC236}">
                  <a16:creationId xmlns:a16="http://schemas.microsoft.com/office/drawing/2014/main" id="{97606E6E-2929-4A1E-A65F-E67C67520C39}"/>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sz="2059"/>
            </a:p>
          </p:txBody>
        </p:sp>
        <p:sp>
          <p:nvSpPr>
            <p:cNvPr id="51" name="フリーフォーム: 図形 50">
              <a:extLst>
                <a:ext uri="{FF2B5EF4-FFF2-40B4-BE49-F238E27FC236}">
                  <a16:creationId xmlns:a16="http://schemas.microsoft.com/office/drawing/2014/main" id="{29DD7BD2-7177-4ECE-A365-2DD840414E4A}"/>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sz="2059"/>
            </a:p>
          </p:txBody>
        </p:sp>
        <p:sp>
          <p:nvSpPr>
            <p:cNvPr id="52" name="フリーフォーム: 図形 51">
              <a:extLst>
                <a:ext uri="{FF2B5EF4-FFF2-40B4-BE49-F238E27FC236}">
                  <a16:creationId xmlns:a16="http://schemas.microsoft.com/office/drawing/2014/main" id="{59D1F5F7-ADDA-4CA2-A983-3C0D94453AE4}"/>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sz="2059"/>
            </a:p>
          </p:txBody>
        </p:sp>
        <p:sp>
          <p:nvSpPr>
            <p:cNvPr id="53" name="フリーフォーム: 図形 52">
              <a:extLst>
                <a:ext uri="{FF2B5EF4-FFF2-40B4-BE49-F238E27FC236}">
                  <a16:creationId xmlns:a16="http://schemas.microsoft.com/office/drawing/2014/main" id="{30BD8EFC-C5C3-4A48-AEC1-8B96073BFCB5}"/>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sz="2059"/>
            </a:p>
          </p:txBody>
        </p:sp>
        <p:sp>
          <p:nvSpPr>
            <p:cNvPr id="54" name="フリーフォーム: 図形 53">
              <a:extLst>
                <a:ext uri="{FF2B5EF4-FFF2-40B4-BE49-F238E27FC236}">
                  <a16:creationId xmlns:a16="http://schemas.microsoft.com/office/drawing/2014/main" id="{8AF0F69C-00C7-4AC2-A17A-C573207AEF5B}"/>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sz="2059"/>
            </a:p>
          </p:txBody>
        </p:sp>
        <p:sp>
          <p:nvSpPr>
            <p:cNvPr id="55" name="フリーフォーム: 図形 54">
              <a:extLst>
                <a:ext uri="{FF2B5EF4-FFF2-40B4-BE49-F238E27FC236}">
                  <a16:creationId xmlns:a16="http://schemas.microsoft.com/office/drawing/2014/main" id="{702FB9A7-B823-419C-92C4-5682548DE737}"/>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sz="2059"/>
            </a:p>
          </p:txBody>
        </p:sp>
        <p:sp>
          <p:nvSpPr>
            <p:cNvPr id="56" name="フリーフォーム: 図形 55">
              <a:extLst>
                <a:ext uri="{FF2B5EF4-FFF2-40B4-BE49-F238E27FC236}">
                  <a16:creationId xmlns:a16="http://schemas.microsoft.com/office/drawing/2014/main" id="{27D7EF39-DEF5-4D36-BE61-7465DFA6108A}"/>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sz="2059"/>
            </a:p>
          </p:txBody>
        </p:sp>
        <p:sp>
          <p:nvSpPr>
            <p:cNvPr id="57" name="フリーフォーム: 図形 56">
              <a:extLst>
                <a:ext uri="{FF2B5EF4-FFF2-40B4-BE49-F238E27FC236}">
                  <a16:creationId xmlns:a16="http://schemas.microsoft.com/office/drawing/2014/main" id="{D0DB55A8-5693-4972-83AF-3BB81294E8F5}"/>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sz="2059"/>
            </a:p>
          </p:txBody>
        </p:sp>
        <p:sp>
          <p:nvSpPr>
            <p:cNvPr id="58" name="フリーフォーム: 図形 57">
              <a:extLst>
                <a:ext uri="{FF2B5EF4-FFF2-40B4-BE49-F238E27FC236}">
                  <a16:creationId xmlns:a16="http://schemas.microsoft.com/office/drawing/2014/main" id="{A8A270B4-EFEE-48D9-B489-F4938D6D6F61}"/>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sz="2059"/>
            </a:p>
          </p:txBody>
        </p:sp>
        <p:sp>
          <p:nvSpPr>
            <p:cNvPr id="59" name="フリーフォーム: 図形 58">
              <a:extLst>
                <a:ext uri="{FF2B5EF4-FFF2-40B4-BE49-F238E27FC236}">
                  <a16:creationId xmlns:a16="http://schemas.microsoft.com/office/drawing/2014/main" id="{84F1D594-BD86-4A56-80E6-15F822AB579C}"/>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sz="2059"/>
            </a:p>
          </p:txBody>
        </p:sp>
        <p:sp>
          <p:nvSpPr>
            <p:cNvPr id="60" name="フリーフォーム: 図形 59">
              <a:extLst>
                <a:ext uri="{FF2B5EF4-FFF2-40B4-BE49-F238E27FC236}">
                  <a16:creationId xmlns:a16="http://schemas.microsoft.com/office/drawing/2014/main" id="{29765AF9-BDCE-4C03-BC78-D1163052FD19}"/>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sz="2059"/>
            </a:p>
          </p:txBody>
        </p:sp>
        <p:sp>
          <p:nvSpPr>
            <p:cNvPr id="61" name="フリーフォーム: 図形 60">
              <a:extLst>
                <a:ext uri="{FF2B5EF4-FFF2-40B4-BE49-F238E27FC236}">
                  <a16:creationId xmlns:a16="http://schemas.microsoft.com/office/drawing/2014/main" id="{7C569581-75BE-44E5-860D-6B06C6790716}"/>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sz="2059"/>
            </a:p>
          </p:txBody>
        </p:sp>
        <p:sp>
          <p:nvSpPr>
            <p:cNvPr id="62" name="フリーフォーム: 図形 61">
              <a:extLst>
                <a:ext uri="{FF2B5EF4-FFF2-40B4-BE49-F238E27FC236}">
                  <a16:creationId xmlns:a16="http://schemas.microsoft.com/office/drawing/2014/main" id="{DA10B2F3-7AFF-4BD8-82DB-21E1480A8186}"/>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sz="2059"/>
            </a:p>
          </p:txBody>
        </p:sp>
        <p:sp>
          <p:nvSpPr>
            <p:cNvPr id="63" name="フリーフォーム: 図形 62">
              <a:extLst>
                <a:ext uri="{FF2B5EF4-FFF2-40B4-BE49-F238E27FC236}">
                  <a16:creationId xmlns:a16="http://schemas.microsoft.com/office/drawing/2014/main" id="{04E368FF-35F8-49FF-B738-CA1532E8E8FB}"/>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sz="2059"/>
            </a:p>
          </p:txBody>
        </p:sp>
        <p:sp>
          <p:nvSpPr>
            <p:cNvPr id="64" name="フリーフォーム: 図形 63">
              <a:extLst>
                <a:ext uri="{FF2B5EF4-FFF2-40B4-BE49-F238E27FC236}">
                  <a16:creationId xmlns:a16="http://schemas.microsoft.com/office/drawing/2014/main" id="{A7A60A06-B439-4D8A-B01A-CB0BA55E4A11}"/>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sz="2059"/>
            </a:p>
          </p:txBody>
        </p:sp>
        <p:sp>
          <p:nvSpPr>
            <p:cNvPr id="65" name="フリーフォーム: 図形 64">
              <a:extLst>
                <a:ext uri="{FF2B5EF4-FFF2-40B4-BE49-F238E27FC236}">
                  <a16:creationId xmlns:a16="http://schemas.microsoft.com/office/drawing/2014/main" id="{D6644C35-1821-436F-B85A-6F2332A28F0A}"/>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sz="2059"/>
            </a:p>
          </p:txBody>
        </p:sp>
        <p:sp>
          <p:nvSpPr>
            <p:cNvPr id="66" name="フリーフォーム: 図形 65">
              <a:extLst>
                <a:ext uri="{FF2B5EF4-FFF2-40B4-BE49-F238E27FC236}">
                  <a16:creationId xmlns:a16="http://schemas.microsoft.com/office/drawing/2014/main" id="{D2D3EA5C-0B5B-4338-B8F8-7790B834D65A}"/>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sz="2059"/>
            </a:p>
          </p:txBody>
        </p:sp>
        <p:sp>
          <p:nvSpPr>
            <p:cNvPr id="67" name="フリーフォーム: 図形 66">
              <a:extLst>
                <a:ext uri="{FF2B5EF4-FFF2-40B4-BE49-F238E27FC236}">
                  <a16:creationId xmlns:a16="http://schemas.microsoft.com/office/drawing/2014/main" id="{97521DD6-4512-43D3-8924-87B7AE475016}"/>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sz="2059"/>
            </a:p>
          </p:txBody>
        </p:sp>
        <p:sp>
          <p:nvSpPr>
            <p:cNvPr id="68" name="フリーフォーム: 図形 67">
              <a:extLst>
                <a:ext uri="{FF2B5EF4-FFF2-40B4-BE49-F238E27FC236}">
                  <a16:creationId xmlns:a16="http://schemas.microsoft.com/office/drawing/2014/main" id="{7DFFCC4D-BA51-42F5-AAB0-49DFA472DD52}"/>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sz="2059"/>
            </a:p>
          </p:txBody>
        </p:sp>
        <p:sp>
          <p:nvSpPr>
            <p:cNvPr id="69" name="フリーフォーム: 図形 68">
              <a:extLst>
                <a:ext uri="{FF2B5EF4-FFF2-40B4-BE49-F238E27FC236}">
                  <a16:creationId xmlns:a16="http://schemas.microsoft.com/office/drawing/2014/main" id="{38304DAD-860E-49ED-B5F9-65CAEDEFA459}"/>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sz="2059"/>
            </a:p>
          </p:txBody>
        </p:sp>
      </p:grpSp>
      <p:sp>
        <p:nvSpPr>
          <p:cNvPr id="71" name="テキスト プレースホルダー 20">
            <a:extLst>
              <a:ext uri="{FF2B5EF4-FFF2-40B4-BE49-F238E27FC236}">
                <a16:creationId xmlns:a16="http://schemas.microsoft.com/office/drawing/2014/main" id="{5C569DCE-3EE1-47CD-8610-7A656A821B90}"/>
              </a:ext>
            </a:extLst>
          </p:cNvPr>
          <p:cNvSpPr>
            <a:spLocks noGrp="1"/>
          </p:cNvSpPr>
          <p:nvPr>
            <p:ph type="body" sz="quarter" idx="14" hasCustomPrompt="1"/>
          </p:nvPr>
        </p:nvSpPr>
        <p:spPr>
          <a:xfrm>
            <a:off x="750353" y="3785261"/>
            <a:ext cx="2951758" cy="237600"/>
          </a:xfrm>
          <a:prstGeom prst="rect">
            <a:avLst/>
          </a:prstGeom>
        </p:spPr>
        <p:txBody>
          <a:bodyPr anchor="ctr"/>
          <a:lstStyle>
            <a:lvl1pPr>
              <a:defRPr sz="1400">
                <a:solidFill>
                  <a:schemeClr val="tx1"/>
                </a:solidFill>
              </a:defRPr>
            </a:lvl1pPr>
          </a:lstStyle>
          <a:p>
            <a:r>
              <a:rPr lang="en-US" altLang="ja-JP" dirty="0">
                <a:latin typeface="Arial" panose="020B0604020202020204" pitchFamily="34" charset="0"/>
                <a:cs typeface="Arial" panose="020B0604020202020204" pitchFamily="34" charset="0"/>
              </a:rPr>
              <a:t>January XX, 20XX  14pt</a:t>
            </a:r>
          </a:p>
        </p:txBody>
      </p:sp>
      <p:sp>
        <p:nvSpPr>
          <p:cNvPr id="72" name="テキスト プレースホルダー 22">
            <a:extLst>
              <a:ext uri="{FF2B5EF4-FFF2-40B4-BE49-F238E27FC236}">
                <a16:creationId xmlns:a16="http://schemas.microsoft.com/office/drawing/2014/main" id="{F6FD63EE-E4A9-463E-A9DE-C8DC55D15922}"/>
              </a:ext>
            </a:extLst>
          </p:cNvPr>
          <p:cNvSpPr>
            <a:spLocks noGrp="1"/>
          </p:cNvSpPr>
          <p:nvPr>
            <p:ph type="body" sz="quarter" idx="15" hasCustomPrompt="1"/>
          </p:nvPr>
        </p:nvSpPr>
        <p:spPr>
          <a:xfrm>
            <a:off x="750353" y="4368817"/>
            <a:ext cx="3888000" cy="432000"/>
          </a:xfrm>
          <a:prstGeom prst="rect">
            <a:avLst/>
          </a:prstGeom>
        </p:spPr>
        <p:txBody>
          <a:bodyPr anchor="t" anchorCtr="0"/>
          <a:lstStyle>
            <a:lvl1pPr marL="0" marR="0" indent="0" algn="l" defTabSz="984077" rtl="0" eaLnBrk="1" fontAlgn="ctr" latinLnBrk="0" hangingPunct="1">
              <a:lnSpc>
                <a:spcPct val="100000"/>
              </a:lnSpc>
              <a:spcBef>
                <a:spcPts val="0"/>
              </a:spcBef>
              <a:spcAft>
                <a:spcPts val="0"/>
              </a:spcAft>
              <a:buClrTx/>
              <a:buSzTx/>
              <a:buFontTx/>
              <a:buNone/>
              <a:tabLst/>
              <a:defRPr sz="1400">
                <a:latin typeface="Arial" panose="020B0604020202020204" pitchFamily="34" charset="0"/>
                <a:cs typeface="Arial" panose="020B0604020202020204" pitchFamily="34" charset="0"/>
              </a:defRPr>
            </a:lvl1pPr>
          </a:lstStyle>
          <a:p>
            <a:r>
              <a:rPr lang="en-US" altLang="ja-JP" dirty="0"/>
              <a:t>Business Unit Name / Presenter’s Name 14pt</a:t>
            </a:r>
          </a:p>
          <a:p>
            <a:r>
              <a:rPr lang="en-US" altLang="ja-JP" dirty="0"/>
              <a:t>Business Unit Name / Presenter’s Name 14pt</a:t>
            </a:r>
          </a:p>
        </p:txBody>
      </p:sp>
      <p:sp>
        <p:nvSpPr>
          <p:cNvPr id="74" name="Title 1">
            <a:extLst>
              <a:ext uri="{FF2B5EF4-FFF2-40B4-BE49-F238E27FC236}">
                <a16:creationId xmlns:a16="http://schemas.microsoft.com/office/drawing/2014/main" id="{4ECA2EE8-A8BC-441B-8B0B-A708C5BE4549}"/>
              </a:ext>
            </a:extLst>
          </p:cNvPr>
          <p:cNvSpPr>
            <a:spLocks noGrp="1"/>
          </p:cNvSpPr>
          <p:nvPr>
            <p:ph type="ctrTitle" hasCustomPrompt="1"/>
          </p:nvPr>
        </p:nvSpPr>
        <p:spPr>
          <a:xfrm>
            <a:off x="750353" y="2519890"/>
            <a:ext cx="9359076" cy="543600"/>
          </a:xfrm>
          <a:prstGeom prst="rect">
            <a:avLst/>
          </a:prstGeom>
        </p:spPr>
        <p:txBody>
          <a:bodyPr anchor="b"/>
          <a:lstStyle>
            <a:lvl1pPr algn="l">
              <a:defRPr sz="2800">
                <a:solidFill>
                  <a:schemeClr val="tx1"/>
                </a:solidFill>
              </a:defRPr>
            </a:lvl1pPr>
          </a:lstStyle>
          <a:p>
            <a:r>
              <a:rPr lang="en-US" altLang="ja-JP" dirty="0">
                <a:latin typeface="Arial" panose="020B0604020202020204" pitchFamily="34" charset="0"/>
                <a:cs typeface="Arial" panose="020B0604020202020204" pitchFamily="34" charset="0"/>
              </a:rPr>
              <a:t>Slide Title 28pt</a:t>
            </a:r>
            <a:endParaRPr lang="en-US" dirty="0"/>
          </a:p>
        </p:txBody>
      </p:sp>
      <p:sp>
        <p:nvSpPr>
          <p:cNvPr id="75" name="Subtitle 2">
            <a:extLst>
              <a:ext uri="{FF2B5EF4-FFF2-40B4-BE49-F238E27FC236}">
                <a16:creationId xmlns:a16="http://schemas.microsoft.com/office/drawing/2014/main" id="{42C2F656-3A66-4DDC-85D2-9C5AC19CFB9A}"/>
              </a:ext>
            </a:extLst>
          </p:cNvPr>
          <p:cNvSpPr>
            <a:spLocks noGrp="1"/>
          </p:cNvSpPr>
          <p:nvPr>
            <p:ph type="subTitle" idx="1" hasCustomPrompt="1"/>
          </p:nvPr>
        </p:nvSpPr>
        <p:spPr>
          <a:xfrm>
            <a:off x="750353" y="3153682"/>
            <a:ext cx="9359876" cy="212400"/>
          </a:xfrm>
          <a:prstGeom prst="rect">
            <a:avLst/>
          </a:prstGeom>
        </p:spPr>
        <p:txBody>
          <a:bodyPr/>
          <a:lstStyle>
            <a:lvl1pPr marL="0" marR="0" indent="0" algn="l" defTabSz="984077" rtl="0" eaLnBrk="1" fontAlgn="auto" latinLnBrk="0" hangingPunct="1">
              <a:lnSpc>
                <a:spcPct val="110000"/>
              </a:lnSpc>
              <a:spcBef>
                <a:spcPts val="0"/>
              </a:spcBef>
              <a:spcAft>
                <a:spcPts val="400"/>
              </a:spcAft>
              <a:buClrTx/>
              <a:buSzTx/>
              <a:buFontTx/>
              <a:buNone/>
              <a:tabLst/>
              <a:defRPr kumimoji="1" lang="ja-JP" altLang="ja-JP" sz="1400" kern="1200">
                <a:solidFill>
                  <a:schemeClr val="tx1"/>
                </a:solidFill>
                <a:latin typeface="Arial" panose="020B0604020202020204" pitchFamily="34" charset="0"/>
                <a:ea typeface="+mn-ea"/>
                <a:cs typeface="Arial" panose="020B0604020202020204" pitchFamily="34" charset="0"/>
              </a:defRPr>
            </a:lvl1pPr>
            <a:lvl2pPr marL="492039" indent="0" algn="ctr">
              <a:buNone/>
              <a:defRPr sz="2152"/>
            </a:lvl2pPr>
            <a:lvl3pPr marL="984077" indent="0" algn="ctr">
              <a:buNone/>
              <a:defRPr sz="1937"/>
            </a:lvl3pPr>
            <a:lvl4pPr marL="1476116" indent="0" algn="ctr">
              <a:buNone/>
              <a:defRPr sz="1722"/>
            </a:lvl4pPr>
            <a:lvl5pPr marL="1968155" indent="0" algn="ctr">
              <a:buNone/>
              <a:defRPr sz="1722"/>
            </a:lvl5pPr>
            <a:lvl6pPr marL="2460193" indent="0" algn="ctr">
              <a:buNone/>
              <a:defRPr sz="1722"/>
            </a:lvl6pPr>
            <a:lvl7pPr marL="2952232" indent="0" algn="ctr">
              <a:buNone/>
              <a:defRPr sz="1722"/>
            </a:lvl7pPr>
            <a:lvl8pPr marL="3444270" indent="0" algn="ctr">
              <a:buNone/>
              <a:defRPr sz="1722"/>
            </a:lvl8pPr>
            <a:lvl9pPr marL="3936309" indent="0" algn="ctr">
              <a:buNone/>
              <a:defRPr sz="1722"/>
            </a:lvl9pPr>
          </a:lstStyle>
          <a:p>
            <a:r>
              <a:rPr lang="en-US" altLang="ja-JP" dirty="0"/>
              <a:t>Subtitle formatting</a:t>
            </a:r>
            <a:r>
              <a:rPr kumimoji="0" lang="en-US" altLang="ja-JP" dirty="0"/>
              <a:t> 14pt</a:t>
            </a:r>
            <a:endParaRPr kumimoji="0" lang="ja-JP" altLang="ja-JP"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84077" rtl="0" eaLnBrk="1" fontAlgn="auto" latinLnBrk="0" hangingPunct="1">
              <a:lnSpc>
                <a:spcPct val="110000"/>
              </a:lnSpc>
              <a:spcBef>
                <a:spcPts val="0"/>
              </a:spcBef>
              <a:spcAft>
                <a:spcPts val="400"/>
              </a:spcAft>
              <a:buClrTx/>
              <a:buSzTx/>
              <a:buFontTx/>
              <a:buNone/>
              <a:tabLst/>
              <a:defRPr/>
            </a:pPr>
            <a:endParaRPr kumimoji="0" lang="ja-JP" altLang="ja-JP"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76" name="テキスト プレースホルダー 17">
            <a:extLst>
              <a:ext uri="{FF2B5EF4-FFF2-40B4-BE49-F238E27FC236}">
                <a16:creationId xmlns:a16="http://schemas.microsoft.com/office/drawing/2014/main" id="{486CC673-FB5E-4937-A9BB-3DF97AE7F982}"/>
              </a:ext>
            </a:extLst>
          </p:cNvPr>
          <p:cNvSpPr>
            <a:spLocks noGrp="1"/>
          </p:cNvSpPr>
          <p:nvPr>
            <p:ph type="body" sz="quarter" idx="13" hasCustomPrompt="1"/>
          </p:nvPr>
        </p:nvSpPr>
        <p:spPr>
          <a:xfrm>
            <a:off x="750353" y="2281936"/>
            <a:ext cx="9359876" cy="272085"/>
          </a:xfrm>
          <a:prstGeom prst="rect">
            <a:avLst/>
          </a:prstGeom>
        </p:spPr>
        <p:txBody>
          <a:bodyPr anchor="t"/>
          <a:lstStyle>
            <a:lvl1pPr marL="0" marR="0" indent="0" algn="l" defTabSz="984077" rtl="0" eaLnBrk="1" fontAlgn="auto" latinLnBrk="0" hangingPunct="1">
              <a:lnSpc>
                <a:spcPct val="100000"/>
              </a:lnSpc>
              <a:spcBef>
                <a:spcPts val="0"/>
              </a:spcBef>
              <a:spcAft>
                <a:spcPts val="0"/>
              </a:spcAft>
              <a:buClrTx/>
              <a:buSzTx/>
              <a:buFontTx/>
              <a:buNone/>
              <a:tabLst/>
              <a:defRPr sz="1800" baseline="0">
                <a:latin typeface="Arial" panose="020B0604020202020204" pitchFamily="34" charset="0"/>
              </a:defRPr>
            </a:lvl1pPr>
          </a:lstStyle>
          <a:p>
            <a:pPr marL="0" marR="0" lvl="0" indent="0" algn="l" defTabSz="984077" rtl="0" eaLnBrk="1" fontAlgn="auto" latinLnBrk="0" hangingPunct="1">
              <a:lnSpc>
                <a:spcPct val="100000"/>
              </a:lnSpc>
              <a:spcBef>
                <a:spcPts val="0"/>
              </a:spcBef>
              <a:spcAft>
                <a:spcPts val="0"/>
              </a:spcAft>
              <a:buClrTx/>
              <a:buSzTx/>
              <a:buFontTx/>
              <a:buNone/>
              <a:tabLst/>
              <a:defRPr/>
            </a:pPr>
            <a:r>
              <a:rPr kumimoji="1" lang="en-US" altLang="ja-JP" dirty="0"/>
              <a:t>Client</a:t>
            </a:r>
            <a:r>
              <a:rPr kumimoji="1" lang="ja-JP" altLang="en-US" dirty="0"/>
              <a:t> </a:t>
            </a:r>
            <a:r>
              <a:rPr kumimoji="1" lang="en-US" altLang="ja-JP" dirty="0"/>
              <a:t>Name</a:t>
            </a:r>
            <a:r>
              <a:rPr kumimoji="1" lang="ja-JP" altLang="en-US" dirty="0"/>
              <a:t> </a:t>
            </a:r>
            <a:r>
              <a:rPr kumimoji="1" lang="en-US" altLang="ja-JP" dirty="0"/>
              <a:t>18pt</a:t>
            </a:r>
            <a:endParaRPr kumimoji="1" lang="ja-JP" altLang="en-US" dirty="0"/>
          </a:p>
        </p:txBody>
      </p:sp>
      <p:sp>
        <p:nvSpPr>
          <p:cNvPr id="83" name="テキスト プレースホルダー 20">
            <a:extLst>
              <a:ext uri="{FF2B5EF4-FFF2-40B4-BE49-F238E27FC236}">
                <a16:creationId xmlns:a16="http://schemas.microsoft.com/office/drawing/2014/main" id="{739D052F-0A79-46AD-A7C6-053AFF0C0130}"/>
              </a:ext>
            </a:extLst>
          </p:cNvPr>
          <p:cNvSpPr>
            <a:spLocks noGrp="1"/>
          </p:cNvSpPr>
          <p:nvPr>
            <p:ph type="body" sz="quarter" idx="16" hasCustomPrompt="1"/>
          </p:nvPr>
        </p:nvSpPr>
        <p:spPr>
          <a:xfrm>
            <a:off x="750353" y="4098178"/>
            <a:ext cx="3467084" cy="223200"/>
          </a:xfrm>
          <a:prstGeom prst="rect">
            <a:avLst/>
          </a:prstGeom>
        </p:spPr>
        <p:txBody>
          <a:bodyPr anchor="ctr"/>
          <a:lstStyle>
            <a:lvl1pPr marL="0" marR="0" indent="0" algn="l" defTabSz="984077" rtl="0" eaLnBrk="1" fontAlgn="auto" latinLnBrk="0" hangingPunct="1">
              <a:lnSpc>
                <a:spcPct val="110000"/>
              </a:lnSpc>
              <a:spcBef>
                <a:spcPts val="0"/>
              </a:spcBef>
              <a:spcAft>
                <a:spcPts val="400"/>
              </a:spcAft>
              <a:buClrTx/>
              <a:buSzTx/>
              <a:buFontTx/>
              <a:buNone/>
              <a:tabLst/>
              <a:defRPr sz="1400">
                <a:solidFill>
                  <a:schemeClr val="tx1"/>
                </a:solidFill>
                <a:latin typeface="Arial" panose="020B0604020202020204" pitchFamily="34" charset="0"/>
                <a:cs typeface="Arial" panose="020B0604020202020204" pitchFamily="34" charset="0"/>
              </a:defRPr>
            </a:lvl1pPr>
          </a:lstStyle>
          <a:p>
            <a:pPr marL="0" marR="0" lvl="0" indent="0" algn="l" defTabSz="984077" rtl="0" eaLnBrk="1" fontAlgn="auto" latinLnBrk="0" hangingPunct="1">
              <a:lnSpc>
                <a:spcPct val="110000"/>
              </a:lnSpc>
              <a:spcBef>
                <a:spcPts val="0"/>
              </a:spcBef>
              <a:spcAft>
                <a:spcPts val="400"/>
              </a:spcAft>
              <a:buClrTx/>
              <a:buSzTx/>
              <a:buFontTx/>
              <a:buNone/>
              <a:tabLst/>
              <a:defRPr/>
            </a:pPr>
            <a:r>
              <a:rPr lang="en-US" altLang="ja-JP" dirty="0"/>
              <a:t>FUJIFILM Holdings Corporation</a:t>
            </a:r>
          </a:p>
        </p:txBody>
      </p:sp>
      <p:pic>
        <p:nvPicPr>
          <p:cNvPr id="77" name="図 76">
            <a:extLst>
              <a:ext uri="{FF2B5EF4-FFF2-40B4-BE49-F238E27FC236}">
                <a16:creationId xmlns:a16="http://schemas.microsoft.com/office/drawing/2014/main" id="{FE357756-FE4A-46CB-9A72-B71F22284AF5}"/>
              </a:ext>
            </a:extLst>
          </p:cNvPr>
          <p:cNvPicPr>
            <a:picLocks noChangeAspect="1"/>
          </p:cNvPicPr>
          <p:nvPr userDrawn="1"/>
        </p:nvPicPr>
        <p:blipFill>
          <a:blip r:embed="rId2"/>
          <a:stretch>
            <a:fillRect/>
          </a:stretch>
        </p:blipFill>
        <p:spPr>
          <a:xfrm>
            <a:off x="-12563" y="3540547"/>
            <a:ext cx="8462119" cy="47026"/>
          </a:xfrm>
          <a:prstGeom prst="rect">
            <a:avLst/>
          </a:prstGeom>
        </p:spPr>
      </p:pic>
      <p:sp>
        <p:nvSpPr>
          <p:cNvPr id="2" name="正方形/長方形 1">
            <a:extLst>
              <a:ext uri="{FF2B5EF4-FFF2-40B4-BE49-F238E27FC236}">
                <a16:creationId xmlns:a16="http://schemas.microsoft.com/office/drawing/2014/main" id="{B58FD9D9-6DA2-4FE5-91B1-919E3D052ECE}"/>
              </a:ext>
            </a:extLst>
          </p:cNvPr>
          <p:cNvSpPr/>
          <p:nvPr userDrawn="1"/>
        </p:nvSpPr>
        <p:spPr>
          <a:xfrm>
            <a:off x="65317" y="763185"/>
            <a:ext cx="10548000" cy="1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67C4A0BA-5970-491D-8F44-6D7D4E5217F5}"/>
              </a:ext>
            </a:extLst>
          </p:cNvPr>
          <p:cNvSpPr/>
          <p:nvPr userDrawn="1"/>
        </p:nvSpPr>
        <p:spPr>
          <a:xfrm>
            <a:off x="8299222" y="6972654"/>
            <a:ext cx="2333187" cy="393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22257333"/>
      </p:ext>
    </p:extLst>
  </p:cSld>
  <p:clrMapOvr>
    <a:masterClrMapping/>
  </p:clrMapOvr>
  <p:extLst>
    <p:ext uri="{DCECCB84-F9BA-43D5-87BE-67443E8EF086}">
      <p15:sldGuideLst xmlns:p15="http://schemas.microsoft.com/office/powerpoint/2012/main">
        <p15:guide id="1" pos="3356" userDrawn="1">
          <p15:clr>
            <a:srgbClr val="FBAE40"/>
          </p15:clr>
        </p15:guide>
        <p15:guide id="2" pos="474" userDrawn="1">
          <p15:clr>
            <a:srgbClr val="FBAE40"/>
          </p15:clr>
        </p15:guide>
        <p15:guide id="3" pos="6240" userDrawn="1">
          <p15:clr>
            <a:srgbClr val="FBAE40"/>
          </p15:clr>
        </p15:guide>
        <p15:guide id="4" orient="horz" pos="2535" userDrawn="1">
          <p15:clr>
            <a:srgbClr val="FBAE40"/>
          </p15:clr>
        </p15:guide>
        <p15:guide id="5" orient="horz" pos="2727" userDrawn="1">
          <p15:clr>
            <a:srgbClr val="FBAE40"/>
          </p15:clr>
        </p15:guide>
        <p15:guide id="6" orient="horz" pos="1434" userDrawn="1">
          <p15:clr>
            <a:srgbClr val="FBAE40"/>
          </p15:clr>
        </p15:guide>
        <p15:guide id="7" orient="horz" pos="1932" userDrawn="1">
          <p15:clr>
            <a:srgbClr val="FBAE40"/>
          </p15:clr>
        </p15:guide>
        <p15:guide id="8" orient="horz" pos="2124" userDrawn="1">
          <p15:clr>
            <a:srgbClr val="FBAE40"/>
          </p15:clr>
        </p15:guide>
        <p15:guide id="9" orient="horz"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中表紙">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55241" y="2684507"/>
            <a:ext cx="8436337" cy="1075721"/>
          </a:xfrm>
        </p:spPr>
        <p:txBody>
          <a:bodyPr anchor="b"/>
          <a:lstStyle>
            <a:lvl1pPr>
              <a:defRPr sz="2400">
                <a:solidFill>
                  <a:schemeClr val="tx1"/>
                </a:solidFill>
              </a:defRPr>
            </a:lvl1pPr>
          </a:lstStyle>
          <a:p>
            <a:r>
              <a:rPr lang="en-US" altLang="ja-JP" dirty="0">
                <a:latin typeface="Arial" panose="020B0604020202020204" pitchFamily="34" charset="0"/>
                <a:cs typeface="Arial" panose="020B0604020202020204" pitchFamily="34" charset="0"/>
              </a:rPr>
              <a:t>Chapter title 24pt24pt</a:t>
            </a:r>
            <a:endParaRPr lang="en-US" dirty="0"/>
          </a:p>
        </p:txBody>
      </p:sp>
      <p:sp>
        <p:nvSpPr>
          <p:cNvPr id="3" name="Text Placeholder 2"/>
          <p:cNvSpPr>
            <a:spLocks noGrp="1"/>
          </p:cNvSpPr>
          <p:nvPr>
            <p:ph type="body" idx="1" hasCustomPrompt="1"/>
          </p:nvPr>
        </p:nvSpPr>
        <p:spPr>
          <a:xfrm>
            <a:off x="1655241" y="3954234"/>
            <a:ext cx="8436339" cy="504000"/>
          </a:xfrm>
          <a:prstGeom prst="rect">
            <a:avLst/>
          </a:prstGeom>
        </p:spPr>
        <p:txBody>
          <a:bodyPr lIns="0" tIns="0" rIns="0" bIns="0"/>
          <a:lstStyle>
            <a:lvl1pPr marL="0" marR="0" indent="0" algn="l" defTabSz="984077" rtl="0" eaLnBrk="1" fontAlgn="auto" latinLnBrk="0" hangingPunct="1">
              <a:lnSpc>
                <a:spcPct val="100000"/>
              </a:lnSpc>
              <a:spcBef>
                <a:spcPts val="0"/>
              </a:spcBef>
              <a:spcAft>
                <a:spcPts val="0"/>
              </a:spcAft>
              <a:buClrTx/>
              <a:buSzTx/>
              <a:buFontTx/>
              <a:buNone/>
              <a:tabLst/>
              <a:defRPr sz="1400">
                <a:solidFill>
                  <a:schemeClr val="tx1"/>
                </a:solidFill>
              </a:defRPr>
            </a:lvl1pPr>
            <a:lvl2pPr marL="492039" indent="0">
              <a:buNone/>
              <a:defRPr sz="2152">
                <a:solidFill>
                  <a:schemeClr val="tx1">
                    <a:tint val="75000"/>
                  </a:schemeClr>
                </a:solidFill>
              </a:defRPr>
            </a:lvl2pPr>
            <a:lvl3pPr marL="984077" indent="0">
              <a:buNone/>
              <a:defRPr sz="1937">
                <a:solidFill>
                  <a:schemeClr val="tx1">
                    <a:tint val="75000"/>
                  </a:schemeClr>
                </a:solidFill>
              </a:defRPr>
            </a:lvl3pPr>
            <a:lvl4pPr marL="1476116" indent="0">
              <a:buNone/>
              <a:defRPr sz="1722">
                <a:solidFill>
                  <a:schemeClr val="tx1">
                    <a:tint val="75000"/>
                  </a:schemeClr>
                </a:solidFill>
              </a:defRPr>
            </a:lvl4pPr>
            <a:lvl5pPr marL="1968155" indent="0">
              <a:buNone/>
              <a:defRPr sz="1722">
                <a:solidFill>
                  <a:schemeClr val="tx1">
                    <a:tint val="75000"/>
                  </a:schemeClr>
                </a:solidFill>
              </a:defRPr>
            </a:lvl5pPr>
            <a:lvl6pPr marL="2460193" indent="0">
              <a:buNone/>
              <a:defRPr sz="1722">
                <a:solidFill>
                  <a:schemeClr val="tx1">
                    <a:tint val="75000"/>
                  </a:schemeClr>
                </a:solidFill>
              </a:defRPr>
            </a:lvl6pPr>
            <a:lvl7pPr marL="2952232" indent="0">
              <a:buNone/>
              <a:defRPr sz="1722">
                <a:solidFill>
                  <a:schemeClr val="tx1">
                    <a:tint val="75000"/>
                  </a:schemeClr>
                </a:solidFill>
              </a:defRPr>
            </a:lvl7pPr>
            <a:lvl8pPr marL="3444270" indent="0">
              <a:buNone/>
              <a:defRPr sz="1722">
                <a:solidFill>
                  <a:schemeClr val="tx1">
                    <a:tint val="75000"/>
                  </a:schemeClr>
                </a:solidFill>
              </a:defRPr>
            </a:lvl8pPr>
            <a:lvl9pPr marL="3936309" indent="0">
              <a:buNone/>
              <a:defRPr sz="1722">
                <a:solidFill>
                  <a:schemeClr val="tx1">
                    <a:tint val="75000"/>
                  </a:schemeClr>
                </a:solidFill>
              </a:defRPr>
            </a:lvl9pPr>
          </a:lstStyle>
          <a:p>
            <a:pPr marL="0" marR="0" lvl="0" indent="0" algn="l" defTabSz="984077" rtl="0" eaLnBrk="1" fontAlgn="auto" latinLnBrk="0" hangingPunct="1">
              <a:lnSpc>
                <a:spcPct val="100000"/>
              </a:lnSpc>
              <a:spcBef>
                <a:spcPts val="0"/>
              </a:spcBef>
              <a:spcAft>
                <a:spcPts val="0"/>
              </a:spcAft>
              <a:buClrTx/>
              <a:buSzTx/>
              <a:buFontTx/>
              <a:buNone/>
              <a:tabLst/>
              <a:defRPr/>
            </a:pPr>
            <a:r>
              <a:rPr kumimoji="0" lang="en-US" altLang="ja-JP" dirty="0">
                <a:solidFill>
                  <a:srgbClr val="202124"/>
                </a:solidFill>
                <a:latin typeface="Arial" panose="020B0604020202020204" pitchFamily="34" charset="0"/>
                <a:ea typeface="inherit"/>
                <a:cs typeface="Arial" panose="020B0604020202020204" pitchFamily="34" charset="0"/>
              </a:rPr>
              <a:t>Subtitle 14pt</a:t>
            </a:r>
            <a:r>
              <a:rPr kumimoji="0" lang="ja-JP" altLang="ja-JP"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84077" rtl="0" eaLnBrk="1" fontAlgn="auto" latinLnBrk="0" hangingPunct="1">
              <a:lnSpc>
                <a:spcPct val="100000"/>
              </a:lnSpc>
              <a:spcBef>
                <a:spcPts val="0"/>
              </a:spcBef>
              <a:spcAft>
                <a:spcPts val="0"/>
              </a:spcAft>
              <a:buClrTx/>
              <a:buSzTx/>
              <a:buFontTx/>
              <a:buNone/>
              <a:tabLst/>
              <a:defRPr/>
            </a:pPr>
            <a:r>
              <a:rPr kumimoji="0" lang="ja-JP" altLang="ja-JP"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p:txBody>
      </p:sp>
      <p:sp>
        <p:nvSpPr>
          <p:cNvPr id="38" name="Slide Number Placeholder 5">
            <a:extLst>
              <a:ext uri="{FF2B5EF4-FFF2-40B4-BE49-F238E27FC236}">
                <a16:creationId xmlns:a16="http://schemas.microsoft.com/office/drawing/2014/main" id="{26A7A7A8-F7C9-4806-9F3C-A1D09CFD2D88}"/>
              </a:ext>
            </a:extLst>
          </p:cNvPr>
          <p:cNvSpPr txBox="1">
            <a:spLocks/>
          </p:cNvSpPr>
          <p:nvPr userDrawn="1"/>
        </p:nvSpPr>
        <p:spPr>
          <a:xfrm>
            <a:off x="10223182" y="7071074"/>
            <a:ext cx="348731" cy="144000"/>
          </a:xfrm>
          <a:prstGeom prst="rect">
            <a:avLst/>
          </a:prstGeom>
        </p:spPr>
        <p:txBody>
          <a:bodyPr vert="horz" lIns="0" tIns="0" rIns="0" bIns="0" rtlCol="0" anchor="ctr"/>
          <a:lstStyle>
            <a:defPPr>
              <a:defRPr lang="en-US"/>
            </a:defPPr>
            <a:lvl1pPr marL="0" algn="ctr" defTabSz="457200" rtl="0" eaLnBrk="1" fontAlgn="ctr" latinLnBrk="0" hangingPunct="1">
              <a:defRPr lang="ja-JP" altLang="en-US" sz="1100" kern="1200" smtClean="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B9FBB1-FD5B-41A6-B84B-A229A6B4BB39}" type="slidenum">
              <a:rPr lang="en-US" altLang="ja-JP" smtClean="0"/>
              <a:pPr/>
              <a:t>‹#›</a:t>
            </a:fld>
            <a:endParaRPr lang="en-US" dirty="0"/>
          </a:p>
        </p:txBody>
      </p:sp>
      <p:pic>
        <p:nvPicPr>
          <p:cNvPr id="12" name="図 11">
            <a:extLst>
              <a:ext uri="{FF2B5EF4-FFF2-40B4-BE49-F238E27FC236}">
                <a16:creationId xmlns:a16="http://schemas.microsoft.com/office/drawing/2014/main" id="{C1B1A084-4445-4BBA-900E-21C09BD3CE42}"/>
              </a:ext>
            </a:extLst>
          </p:cNvPr>
          <p:cNvPicPr>
            <a:picLocks/>
          </p:cNvPicPr>
          <p:nvPr userDrawn="1"/>
        </p:nvPicPr>
        <p:blipFill>
          <a:blip r:embed="rId2"/>
          <a:stretch>
            <a:fillRect/>
          </a:stretch>
        </p:blipFill>
        <p:spPr>
          <a:xfrm>
            <a:off x="0" y="3544858"/>
            <a:ext cx="1476000" cy="43200"/>
          </a:xfrm>
          <a:prstGeom prst="rect">
            <a:avLst/>
          </a:prstGeom>
        </p:spPr>
      </p:pic>
      <p:sp>
        <p:nvSpPr>
          <p:cNvPr id="7" name="正方形/長方形 6">
            <a:extLst>
              <a:ext uri="{FF2B5EF4-FFF2-40B4-BE49-F238E27FC236}">
                <a16:creationId xmlns:a16="http://schemas.microsoft.com/office/drawing/2014/main" id="{F9162253-6EDA-4143-921A-6219F63AD166}"/>
              </a:ext>
            </a:extLst>
          </p:cNvPr>
          <p:cNvSpPr/>
          <p:nvPr userDrawn="1"/>
        </p:nvSpPr>
        <p:spPr>
          <a:xfrm>
            <a:off x="65317" y="763185"/>
            <a:ext cx="10548000" cy="1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01271379"/>
      </p:ext>
    </p:extLst>
  </p:cSld>
  <p:clrMapOvr>
    <a:masterClrMapping/>
  </p:clrMapOvr>
  <p:extLst>
    <p:ext uri="{DCECCB84-F9BA-43D5-87BE-67443E8EF086}">
      <p15:sldGuideLst xmlns:p15="http://schemas.microsoft.com/office/powerpoint/2012/main">
        <p15:guide id="1" pos="3356">
          <p15:clr>
            <a:srgbClr val="FBAE40"/>
          </p15:clr>
        </p15:guide>
        <p15:guide id="2" pos="1043" userDrawn="1">
          <p15:clr>
            <a:srgbClr val="FBAE40"/>
          </p15:clr>
        </p15:guide>
        <p15:guide id="4" orient="horz" pos="2324">
          <p15:clr>
            <a:srgbClr val="FBAE40"/>
          </p15:clr>
        </p15:guide>
        <p15:guide id="5" orient="horz" pos="2597">
          <p15:clr>
            <a:srgbClr val="FBAE40"/>
          </p15:clr>
        </p15:guide>
        <p15:guide id="6" orient="horz" pos="45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a:xfrm>
            <a:off x="10226147" y="7068697"/>
            <a:ext cx="348731" cy="144000"/>
          </a:xfrm>
          <a:prstGeom prst="rect">
            <a:avLst/>
          </a:prstGeom>
        </p:spPr>
        <p:txBody>
          <a:bodyPr/>
          <a:lstStyle/>
          <a:p>
            <a:fld id="{9FB9FBB1-FD5B-41A6-B84B-A229A6B4BB39}" type="slidenum">
              <a:rPr lang="en-US" altLang="ja-JP" smtClean="0"/>
              <a:pPr/>
              <a:t>‹#›</a:t>
            </a:fld>
            <a:endParaRPr lang="en-US" dirty="0"/>
          </a:p>
        </p:txBody>
      </p:sp>
      <p:sp>
        <p:nvSpPr>
          <p:cNvPr id="5" name="テキスト プレースホルダー 4">
            <a:extLst>
              <a:ext uri="{FF2B5EF4-FFF2-40B4-BE49-F238E27FC236}">
                <a16:creationId xmlns:a16="http://schemas.microsoft.com/office/drawing/2014/main" id="{150BF9E0-350D-4920-B75F-CF9172CA34A5}"/>
              </a:ext>
            </a:extLst>
          </p:cNvPr>
          <p:cNvSpPr>
            <a:spLocks noGrp="1"/>
          </p:cNvSpPr>
          <p:nvPr>
            <p:ph type="body" sz="quarter" idx="11" hasCustomPrompt="1"/>
          </p:nvPr>
        </p:nvSpPr>
        <p:spPr>
          <a:xfrm>
            <a:off x="575123" y="1025848"/>
            <a:ext cx="9505055" cy="5760640"/>
          </a:xfrm>
          <a:prstGeom prst="rect">
            <a:avLst/>
          </a:prstGeom>
        </p:spPr>
        <p:txBody>
          <a:bodyPr/>
          <a:lstStyle>
            <a:lvl1pPr>
              <a:defRPr/>
            </a:lvl1pPr>
            <a:lvl2pPr>
              <a:defRPr/>
            </a:lvl2pPr>
            <a:lvl3pPr>
              <a:defRPr/>
            </a:lvl3pPr>
            <a:lvl4pPr>
              <a:defRPr/>
            </a:lvl4pPr>
            <a:lvl5pPr>
              <a:defRPr/>
            </a:lvl5pPr>
          </a:lstStyle>
          <a:p>
            <a:r>
              <a:rPr lang="en-US" altLang="ja-JP" dirty="0">
                <a:latin typeface="Arial" panose="020B0604020202020204" pitchFamily="34" charset="0"/>
                <a:cs typeface="Arial" panose="020B0604020202020204" pitchFamily="34" charset="0"/>
              </a:rPr>
              <a:t>First Level Text, Arial 16pt, no bullet</a:t>
            </a:r>
          </a:p>
          <a:p>
            <a:pPr lvl="1"/>
            <a:r>
              <a:rPr lang="en-US" altLang="ja-JP" dirty="0">
                <a:latin typeface="Arial" panose="020B0604020202020204" pitchFamily="34" charset="0"/>
                <a:cs typeface="Arial" panose="020B0604020202020204" pitchFamily="34" charset="0"/>
              </a:rPr>
              <a:t>Second Level Text, Arial 14pt, bulleted</a:t>
            </a:r>
          </a:p>
          <a:p>
            <a:pPr lvl="2"/>
            <a:r>
              <a:rPr lang="en-US" altLang="ja-JP" dirty="0">
                <a:latin typeface="Arial" panose="020B0604020202020204" pitchFamily="34" charset="0"/>
                <a:cs typeface="Arial" panose="020B0604020202020204" pitchFamily="34" charset="0"/>
              </a:rPr>
              <a:t>Third Level Text, Arial 12pt, bulleted</a:t>
            </a:r>
          </a:p>
          <a:p>
            <a:pPr lvl="3"/>
            <a:r>
              <a:rPr lang="en-US" altLang="ja-JP" dirty="0">
                <a:latin typeface="Arial" panose="020B0604020202020204" pitchFamily="34" charset="0"/>
                <a:cs typeface="Arial" panose="020B0604020202020204" pitchFamily="34" charset="0"/>
              </a:rPr>
              <a:t>Fourth Level Text, Arial 12pt, bulleted</a:t>
            </a:r>
          </a:p>
          <a:p>
            <a:pPr lvl="4"/>
            <a:r>
              <a:rPr lang="en-US" altLang="ja-JP" dirty="0">
                <a:latin typeface="Arial" panose="020B0604020202020204" pitchFamily="34" charset="0"/>
                <a:cs typeface="Arial" panose="020B0604020202020204" pitchFamily="34" charset="0"/>
              </a:rPr>
              <a:t>Fifth Level Text, Arial 12pt, bulleted</a:t>
            </a:r>
          </a:p>
        </p:txBody>
      </p:sp>
      <p:sp>
        <p:nvSpPr>
          <p:cNvPr id="4" name="タイトル 3">
            <a:extLst>
              <a:ext uri="{FF2B5EF4-FFF2-40B4-BE49-F238E27FC236}">
                <a16:creationId xmlns:a16="http://schemas.microsoft.com/office/drawing/2014/main" id="{76DDD061-7C92-4362-B515-ADA50FF9D122}"/>
              </a:ext>
            </a:extLst>
          </p:cNvPr>
          <p:cNvSpPr>
            <a:spLocks noGrp="1"/>
          </p:cNvSpPr>
          <p:nvPr>
            <p:ph type="title" hasCustomPrompt="1"/>
          </p:nvPr>
        </p:nvSpPr>
        <p:spPr>
          <a:xfrm>
            <a:off x="575123" y="153993"/>
            <a:ext cx="7272000" cy="540000"/>
          </a:xfrm>
          <a:prstGeom prst="rect">
            <a:avLst/>
          </a:prstGeom>
        </p:spPr>
        <p:txBody>
          <a:bodyPr anchor="b"/>
          <a:lstStyle>
            <a:lvl1pPr>
              <a:defRPr/>
            </a:lvl1pPr>
          </a:lstStyle>
          <a:p>
            <a:r>
              <a:rPr lang="en-US" altLang="ja-JP" dirty="0">
                <a:latin typeface="Arial" panose="020B0604020202020204" pitchFamily="34" charset="0"/>
                <a:cs typeface="Arial" panose="020B0604020202020204" pitchFamily="34" charset="0"/>
              </a:rPr>
              <a:t>Title</a:t>
            </a:r>
            <a:r>
              <a:rPr lang="ja-JP" altLang="en-US" dirty="0">
                <a:latin typeface="Arial" panose="020B0604020202020204" pitchFamily="34" charset="0"/>
                <a:cs typeface="Arial" panose="020B0604020202020204" pitchFamily="34" charset="0"/>
              </a:rPr>
              <a:t> </a:t>
            </a:r>
            <a:r>
              <a:rPr lang="en-US" altLang="ja-JP" dirty="0">
                <a:latin typeface="Arial" panose="020B0604020202020204" pitchFamily="34" charset="0"/>
                <a:cs typeface="Arial" panose="020B0604020202020204" pitchFamily="34" charset="0"/>
              </a:rPr>
              <a:t>20pt</a:t>
            </a:r>
            <a:endParaRPr kumimoji="1" lang="ja-JP" altLang="en-US" dirty="0"/>
          </a:p>
        </p:txBody>
      </p:sp>
    </p:spTree>
    <p:extLst>
      <p:ext uri="{BB962C8B-B14F-4D97-AF65-F5344CB8AC3E}">
        <p14:creationId xmlns:p14="http://schemas.microsoft.com/office/powerpoint/2010/main" val="129328640"/>
      </p:ext>
    </p:extLst>
  </p:cSld>
  <p:clrMapOvr>
    <a:masterClrMapping/>
  </p:clrMapOvr>
  <p:extLst>
    <p:ext uri="{DCECCB84-F9BA-43D5-87BE-67443E8EF086}">
      <p15:sldGuideLst xmlns:p15="http://schemas.microsoft.com/office/powerpoint/2012/main">
        <p15:guide id="1" pos="6350" userDrawn="1">
          <p15:clr>
            <a:srgbClr val="FBAE40"/>
          </p15:clr>
        </p15:guide>
        <p15:guide id="2" pos="362" userDrawn="1">
          <p15:clr>
            <a:srgbClr val="FBAE40"/>
          </p15:clr>
        </p15:guide>
        <p15:guide id="3" orient="horz" pos="646" userDrawn="1">
          <p15:clr>
            <a:srgbClr val="FBAE40"/>
          </p15:clr>
        </p15:guide>
        <p15:guide id="4" orient="horz" pos="2506" userDrawn="1">
          <p15:clr>
            <a:srgbClr val="FBAE40"/>
          </p15:clr>
        </p15:guide>
        <p15:guide id="5" orient="horz" pos="4275" userDrawn="1">
          <p15:clr>
            <a:srgbClr val="FBAE40"/>
          </p15:clr>
        </p15:guide>
        <p15:guide id="6" orient="horz" pos="45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_2段">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98ED19-8E52-4299-9202-1A07A95975D0}"/>
              </a:ext>
            </a:extLst>
          </p:cNvPr>
          <p:cNvSpPr>
            <a:spLocks noGrp="1"/>
          </p:cNvSpPr>
          <p:nvPr>
            <p:ph type="title" hasCustomPrompt="1"/>
          </p:nvPr>
        </p:nvSpPr>
        <p:spPr>
          <a:xfrm>
            <a:off x="575123" y="153993"/>
            <a:ext cx="7272000" cy="540000"/>
          </a:xfrm>
          <a:prstGeom prst="rect">
            <a:avLst/>
          </a:prstGeom>
        </p:spPr>
        <p:txBody>
          <a:bodyPr/>
          <a:lstStyle>
            <a:lvl1pPr>
              <a:defRPr/>
            </a:lvl1pPr>
          </a:lstStyle>
          <a:p>
            <a:r>
              <a:rPr lang="en-US" altLang="ja-JP" dirty="0">
                <a:latin typeface="Arial" panose="020B0604020202020204" pitchFamily="34" charset="0"/>
                <a:cs typeface="Arial" panose="020B0604020202020204" pitchFamily="34" charset="0"/>
              </a:rPr>
              <a:t>Title</a:t>
            </a:r>
            <a:r>
              <a:rPr lang="ja-JP" altLang="en-US" dirty="0">
                <a:latin typeface="Arial" panose="020B0604020202020204" pitchFamily="34" charset="0"/>
                <a:cs typeface="Arial" panose="020B0604020202020204" pitchFamily="34" charset="0"/>
              </a:rPr>
              <a:t> </a:t>
            </a:r>
            <a:r>
              <a:rPr lang="en-US" altLang="ja-JP" dirty="0">
                <a:latin typeface="Arial" panose="020B0604020202020204" pitchFamily="34" charset="0"/>
                <a:cs typeface="Arial" panose="020B0604020202020204" pitchFamily="34" charset="0"/>
              </a:rPr>
              <a:t>20pt</a:t>
            </a:r>
            <a:endParaRPr kumimoji="1" lang="ja-JP" altLang="en-US" dirty="0"/>
          </a:p>
        </p:txBody>
      </p:sp>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a:xfrm>
            <a:off x="10226147" y="7068692"/>
            <a:ext cx="348731" cy="144000"/>
          </a:xfrm>
          <a:prstGeom prst="rect">
            <a:avLst/>
          </a:prstGeom>
        </p:spPr>
        <p:txBody>
          <a:bodyPr/>
          <a:lstStyle/>
          <a:p>
            <a:fld id="{9FB9FBB1-FD5B-41A6-B84B-A229A6B4BB39}" type="slidenum">
              <a:rPr lang="en-US" altLang="ja-JP" smtClean="0"/>
              <a:pPr/>
              <a:t>‹#›</a:t>
            </a:fld>
            <a:endParaRPr lang="en-US" dirty="0"/>
          </a:p>
        </p:txBody>
      </p:sp>
      <p:sp>
        <p:nvSpPr>
          <p:cNvPr id="5" name="テキスト プレースホルダー 4">
            <a:extLst>
              <a:ext uri="{FF2B5EF4-FFF2-40B4-BE49-F238E27FC236}">
                <a16:creationId xmlns:a16="http://schemas.microsoft.com/office/drawing/2014/main" id="{150BF9E0-350D-4920-B75F-CF9172CA34A5}"/>
              </a:ext>
            </a:extLst>
          </p:cNvPr>
          <p:cNvSpPr>
            <a:spLocks noGrp="1"/>
          </p:cNvSpPr>
          <p:nvPr>
            <p:ph type="body" sz="quarter" idx="11" hasCustomPrompt="1"/>
          </p:nvPr>
        </p:nvSpPr>
        <p:spPr>
          <a:xfrm>
            <a:off x="575123" y="1025848"/>
            <a:ext cx="4320479" cy="5760640"/>
          </a:xfrm>
          <a:prstGeom prst="rect">
            <a:avLst/>
          </a:prstGeom>
        </p:spPr>
        <p:txBody>
          <a:bodyPr/>
          <a:lstStyle>
            <a:lvl1pPr>
              <a:defRPr/>
            </a:lvl1pPr>
            <a:lvl2pPr>
              <a:defRPr/>
            </a:lvl2pPr>
            <a:lvl3pPr>
              <a:defRPr/>
            </a:lvl3pPr>
            <a:lvl4pPr>
              <a:defRPr/>
            </a:lvl4pPr>
            <a:lvl5pPr>
              <a:defRPr/>
            </a:lvl5pPr>
          </a:lstStyle>
          <a:p>
            <a:r>
              <a:rPr lang="en-US" altLang="ja-JP" dirty="0">
                <a:latin typeface="Arial" panose="020B0604020202020204" pitchFamily="34" charset="0"/>
                <a:cs typeface="Arial" panose="020B0604020202020204" pitchFamily="34" charset="0"/>
              </a:rPr>
              <a:t>First Level Text, Arial 16pt, no bullet</a:t>
            </a:r>
          </a:p>
          <a:p>
            <a:pPr lvl="1"/>
            <a:r>
              <a:rPr lang="en-US" altLang="ja-JP" dirty="0">
                <a:latin typeface="Arial" panose="020B0604020202020204" pitchFamily="34" charset="0"/>
                <a:cs typeface="Arial" panose="020B0604020202020204" pitchFamily="34" charset="0"/>
              </a:rPr>
              <a:t>Second Level Text, Arial 14pt, bulleted</a:t>
            </a:r>
          </a:p>
          <a:p>
            <a:pPr lvl="2"/>
            <a:r>
              <a:rPr lang="en-US" altLang="ja-JP" dirty="0">
                <a:latin typeface="Arial" panose="020B0604020202020204" pitchFamily="34" charset="0"/>
                <a:cs typeface="Arial" panose="020B0604020202020204" pitchFamily="34" charset="0"/>
              </a:rPr>
              <a:t>Third Level Text, Arial 12pt, bulleted</a:t>
            </a:r>
          </a:p>
          <a:p>
            <a:pPr lvl="3"/>
            <a:r>
              <a:rPr lang="en-US" altLang="ja-JP" dirty="0">
                <a:latin typeface="Arial" panose="020B0604020202020204" pitchFamily="34" charset="0"/>
                <a:cs typeface="Arial" panose="020B0604020202020204" pitchFamily="34" charset="0"/>
              </a:rPr>
              <a:t>Fourth Level Text, Arial 12pt, bulleted</a:t>
            </a:r>
          </a:p>
          <a:p>
            <a:pPr lvl="4"/>
            <a:r>
              <a:rPr lang="en-US" altLang="ja-JP" dirty="0">
                <a:latin typeface="Arial" panose="020B0604020202020204" pitchFamily="34" charset="0"/>
                <a:cs typeface="Arial" panose="020B0604020202020204" pitchFamily="34" charset="0"/>
              </a:rPr>
              <a:t>Fifth Level Text, Arial 12pt, bulleted</a:t>
            </a:r>
          </a:p>
        </p:txBody>
      </p:sp>
      <p:sp>
        <p:nvSpPr>
          <p:cNvPr id="6" name="テキスト プレースホルダー 5">
            <a:extLst>
              <a:ext uri="{FF2B5EF4-FFF2-40B4-BE49-F238E27FC236}">
                <a16:creationId xmlns:a16="http://schemas.microsoft.com/office/drawing/2014/main" id="{A5F421E6-A40C-4C6F-9E2C-D05DECF78ECB}"/>
              </a:ext>
            </a:extLst>
          </p:cNvPr>
          <p:cNvSpPr>
            <a:spLocks noGrp="1"/>
          </p:cNvSpPr>
          <p:nvPr>
            <p:ph type="body" sz="quarter" idx="12" hasCustomPrompt="1"/>
          </p:nvPr>
        </p:nvSpPr>
        <p:spPr>
          <a:xfrm>
            <a:off x="5759451" y="1025848"/>
            <a:ext cx="4320479" cy="5760640"/>
          </a:xfrm>
          <a:prstGeom prst="rect">
            <a:avLst/>
          </a:prstGeom>
        </p:spPr>
        <p:txBody>
          <a:bodyPr/>
          <a:lstStyle>
            <a:lvl1pPr>
              <a:defRPr/>
            </a:lvl1pPr>
            <a:lvl2pPr>
              <a:defRPr/>
            </a:lvl2pPr>
            <a:lvl3pPr>
              <a:defRPr/>
            </a:lvl3pPr>
            <a:lvl4pPr>
              <a:defRPr/>
            </a:lvl4pPr>
            <a:lvl5pPr>
              <a:defRPr/>
            </a:lvl5pPr>
          </a:lstStyle>
          <a:p>
            <a:r>
              <a:rPr lang="en-US" altLang="ja-JP" dirty="0">
                <a:latin typeface="Arial" panose="020B0604020202020204" pitchFamily="34" charset="0"/>
                <a:cs typeface="Arial" panose="020B0604020202020204" pitchFamily="34" charset="0"/>
              </a:rPr>
              <a:t>First Level Text, Arial 16pt, no bullet</a:t>
            </a:r>
          </a:p>
          <a:p>
            <a:pPr lvl="1"/>
            <a:r>
              <a:rPr lang="en-US" altLang="ja-JP" dirty="0">
                <a:latin typeface="Arial" panose="020B0604020202020204" pitchFamily="34" charset="0"/>
                <a:cs typeface="Arial" panose="020B0604020202020204" pitchFamily="34" charset="0"/>
              </a:rPr>
              <a:t>Second Level Text, Arial 14pt, bulleted</a:t>
            </a:r>
          </a:p>
          <a:p>
            <a:pPr lvl="2"/>
            <a:r>
              <a:rPr lang="en-US" altLang="ja-JP" dirty="0">
                <a:latin typeface="Arial" panose="020B0604020202020204" pitchFamily="34" charset="0"/>
                <a:cs typeface="Arial" panose="020B0604020202020204" pitchFamily="34" charset="0"/>
              </a:rPr>
              <a:t>Third Level Text, Arial 12pt, bulleted</a:t>
            </a:r>
          </a:p>
          <a:p>
            <a:pPr lvl="3"/>
            <a:r>
              <a:rPr lang="en-US" altLang="ja-JP" dirty="0">
                <a:latin typeface="Arial" panose="020B0604020202020204" pitchFamily="34" charset="0"/>
                <a:cs typeface="Arial" panose="020B0604020202020204" pitchFamily="34" charset="0"/>
              </a:rPr>
              <a:t>Fourth Level Text, Arial 12pt, bulleted</a:t>
            </a:r>
          </a:p>
          <a:p>
            <a:pPr lvl="4"/>
            <a:r>
              <a:rPr lang="en-US" altLang="ja-JP" dirty="0">
                <a:latin typeface="Arial" panose="020B0604020202020204" pitchFamily="34" charset="0"/>
                <a:cs typeface="Arial" panose="020B0604020202020204" pitchFamily="34" charset="0"/>
              </a:rPr>
              <a:t>Fifth Level Text, Arial 12pt, bulleted</a:t>
            </a:r>
          </a:p>
        </p:txBody>
      </p:sp>
    </p:spTree>
    <p:extLst>
      <p:ext uri="{BB962C8B-B14F-4D97-AF65-F5344CB8AC3E}">
        <p14:creationId xmlns:p14="http://schemas.microsoft.com/office/powerpoint/2010/main" val="414394534"/>
      </p:ext>
    </p:extLst>
  </p:cSld>
  <p:clrMapOvr>
    <a:masterClrMapping/>
  </p:clrMapOvr>
  <p:extLst>
    <p:ext uri="{DCECCB84-F9BA-43D5-87BE-67443E8EF086}">
      <p15:sldGuideLst xmlns:p15="http://schemas.microsoft.com/office/powerpoint/2012/main">
        <p15:guide id="1" pos="3084" userDrawn="1">
          <p15:clr>
            <a:srgbClr val="FBAE40"/>
          </p15:clr>
        </p15:guide>
        <p15:guide id="2" pos="362" userDrawn="1">
          <p15:clr>
            <a:srgbClr val="FBAE40"/>
          </p15:clr>
        </p15:guide>
        <p15:guide id="3" pos="3628" userDrawn="1">
          <p15:clr>
            <a:srgbClr val="FBAE40"/>
          </p15:clr>
        </p15:guide>
        <p15:guide id="4" pos="6350" userDrawn="1">
          <p15:clr>
            <a:srgbClr val="FBAE40"/>
          </p15:clr>
        </p15:guide>
        <p15:guide id="5" orient="horz" pos="646" userDrawn="1">
          <p15:clr>
            <a:srgbClr val="FBAE40"/>
          </p15:clr>
        </p15:guide>
        <p15:guide id="6" orient="horz" pos="2506" userDrawn="1">
          <p15:clr>
            <a:srgbClr val="FBAE40"/>
          </p15:clr>
        </p15:guide>
        <p15:guide id="7" orient="horz" pos="4275" userDrawn="1">
          <p15:clr>
            <a:srgbClr val="FBAE40"/>
          </p15:clr>
        </p15:guide>
        <p15:guide id="8" orient="horz" pos="452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98ED19-8E52-4299-9202-1A07A95975D0}"/>
              </a:ext>
            </a:extLst>
          </p:cNvPr>
          <p:cNvSpPr>
            <a:spLocks noGrp="1"/>
          </p:cNvSpPr>
          <p:nvPr>
            <p:ph type="title" hasCustomPrompt="1"/>
          </p:nvPr>
        </p:nvSpPr>
        <p:spPr>
          <a:xfrm>
            <a:off x="575123" y="153993"/>
            <a:ext cx="7272000" cy="540000"/>
          </a:xfrm>
          <a:prstGeom prst="rect">
            <a:avLst/>
          </a:prstGeom>
        </p:spPr>
        <p:txBody>
          <a:bodyPr/>
          <a:lstStyle>
            <a:lvl1pPr>
              <a:defRPr/>
            </a:lvl1pPr>
          </a:lstStyle>
          <a:p>
            <a:r>
              <a:rPr lang="en-US" altLang="ja-JP" dirty="0">
                <a:latin typeface="Arial" panose="020B0604020202020204" pitchFamily="34" charset="0"/>
                <a:cs typeface="Arial" panose="020B0604020202020204" pitchFamily="34" charset="0"/>
              </a:rPr>
              <a:t>Title</a:t>
            </a:r>
            <a:r>
              <a:rPr lang="ja-JP" altLang="en-US" dirty="0">
                <a:latin typeface="Arial" panose="020B0604020202020204" pitchFamily="34" charset="0"/>
                <a:cs typeface="Arial" panose="020B0604020202020204" pitchFamily="34" charset="0"/>
              </a:rPr>
              <a:t> </a:t>
            </a:r>
            <a:r>
              <a:rPr lang="en-US" altLang="ja-JP" dirty="0">
                <a:latin typeface="Arial" panose="020B0604020202020204" pitchFamily="34" charset="0"/>
                <a:cs typeface="Arial" panose="020B0604020202020204" pitchFamily="34" charset="0"/>
              </a:rPr>
              <a:t>20pt</a:t>
            </a:r>
            <a:endParaRPr kumimoji="1" lang="ja-JP" altLang="en-US" dirty="0"/>
          </a:p>
        </p:txBody>
      </p:sp>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a:xfrm>
            <a:off x="10226147" y="7068693"/>
            <a:ext cx="348731" cy="144000"/>
          </a:xfrm>
          <a:prstGeom prst="rect">
            <a:avLst/>
          </a:prstGeom>
        </p:spPr>
        <p:txBody>
          <a:bodyPr/>
          <a:lstStyle/>
          <a:p>
            <a:fld id="{9FB9FBB1-FD5B-41A6-B84B-A229A6B4BB39}" type="slidenum">
              <a:rPr lang="en-US" altLang="ja-JP" smtClean="0"/>
              <a:pPr/>
              <a:t>‹#›</a:t>
            </a:fld>
            <a:endParaRPr lang="en-US" dirty="0"/>
          </a:p>
        </p:txBody>
      </p:sp>
    </p:spTree>
    <p:extLst>
      <p:ext uri="{BB962C8B-B14F-4D97-AF65-F5344CB8AC3E}">
        <p14:creationId xmlns:p14="http://schemas.microsoft.com/office/powerpoint/2010/main" val="2667790047"/>
      </p:ext>
    </p:extLst>
  </p:cSld>
  <p:clrMapOvr>
    <a:masterClrMapping/>
  </p:clrMapOvr>
  <p:extLst>
    <p:ext uri="{DCECCB84-F9BA-43D5-87BE-67443E8EF086}">
      <p15:sldGuideLst xmlns:p15="http://schemas.microsoft.com/office/powerpoint/2012/main">
        <p15:guide id="1" orient="horz" pos="646" userDrawn="1">
          <p15:clr>
            <a:srgbClr val="FBAE40"/>
          </p15:clr>
        </p15:guide>
        <p15:guide id="2" orient="horz" pos="2506" userDrawn="1">
          <p15:clr>
            <a:srgbClr val="FBAE40"/>
          </p15:clr>
        </p15:guide>
        <p15:guide id="3" orient="horz" pos="4275" userDrawn="1">
          <p15:clr>
            <a:srgbClr val="FBAE40"/>
          </p15:clr>
        </p15:guide>
        <p15:guide id="4" pos="3356" userDrawn="1">
          <p15:clr>
            <a:srgbClr val="FBAE40"/>
          </p15:clr>
        </p15:guide>
        <p15:guide id="5" pos="6350" userDrawn="1">
          <p15:clr>
            <a:srgbClr val="FBAE40"/>
          </p15:clr>
        </p15:guide>
        <p15:guide id="6" pos="362" userDrawn="1">
          <p15:clr>
            <a:srgbClr val="FBAE40"/>
          </p15:clr>
        </p15:guide>
        <p15:guide id="7" orient="horz" pos="45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最終ページ">
    <p:spTree>
      <p:nvGrpSpPr>
        <p:cNvPr id="1" name=""/>
        <p:cNvGrpSpPr/>
        <p:nvPr/>
      </p:nvGrpSpPr>
      <p:grpSpPr>
        <a:xfrm>
          <a:off x="0" y="0"/>
          <a:ext cx="0" cy="0"/>
          <a:chOff x="0" y="0"/>
          <a:chExt cx="0" cy="0"/>
        </a:xfrm>
      </p:grpSpPr>
      <p:grpSp>
        <p:nvGrpSpPr>
          <p:cNvPr id="34" name="グラフィックス 97">
            <a:extLst>
              <a:ext uri="{FF2B5EF4-FFF2-40B4-BE49-F238E27FC236}">
                <a16:creationId xmlns:a16="http://schemas.microsoft.com/office/drawing/2014/main" id="{CBDE7626-CD00-44A2-AF98-3D3D10D1C880}"/>
              </a:ext>
            </a:extLst>
          </p:cNvPr>
          <p:cNvGrpSpPr/>
          <p:nvPr userDrawn="1"/>
        </p:nvGrpSpPr>
        <p:grpSpPr>
          <a:xfrm>
            <a:off x="3698875" y="3247231"/>
            <a:ext cx="3257550" cy="885825"/>
            <a:chOff x="3698875" y="3247231"/>
            <a:chExt cx="3257550" cy="885825"/>
          </a:xfrm>
        </p:grpSpPr>
        <p:sp>
          <p:nvSpPr>
            <p:cNvPr id="35" name="フリーフォーム: 図形 34">
              <a:extLst>
                <a:ext uri="{FF2B5EF4-FFF2-40B4-BE49-F238E27FC236}">
                  <a16:creationId xmlns:a16="http://schemas.microsoft.com/office/drawing/2014/main" id="{2C1CC79A-3DED-44ED-882F-6E35F6EA3E98}"/>
                </a:ext>
              </a:extLst>
            </p:cNvPr>
            <p:cNvSpPr/>
            <p:nvPr/>
          </p:nvSpPr>
          <p:spPr>
            <a:xfrm>
              <a:off x="6038787" y="3240044"/>
              <a:ext cx="323850" cy="533400"/>
            </a:xfrm>
            <a:custGeom>
              <a:avLst/>
              <a:gdLst>
                <a:gd name="connsiteX0" fmla="*/ 141446 w 323850"/>
                <a:gd name="connsiteY0" fmla="*/ 7187 h 533400"/>
                <a:gd name="connsiteX1" fmla="*/ 141446 w 323850"/>
                <a:gd name="connsiteY1" fmla="*/ 431430 h 533400"/>
                <a:gd name="connsiteX2" fmla="*/ 182785 w 323850"/>
                <a:gd name="connsiteY2" fmla="*/ 474674 h 533400"/>
                <a:gd name="connsiteX3" fmla="*/ 322516 w 323850"/>
                <a:gd name="connsiteY3" fmla="*/ 474674 h 533400"/>
                <a:gd name="connsiteX4" fmla="*/ 322516 w 323850"/>
                <a:gd name="connsiteY4" fmla="*/ 522299 h 533400"/>
                <a:gd name="connsiteX5" fmla="*/ 315262 w 323850"/>
                <a:gd name="connsiteY5" fmla="*/ 531331 h 533400"/>
                <a:gd name="connsiteX6" fmla="*/ 313658 w 323850"/>
                <a:gd name="connsiteY6" fmla="*/ 531348 h 533400"/>
                <a:gd name="connsiteX7" fmla="*/ 87535 w 323850"/>
                <a:gd name="connsiteY7" fmla="*/ 531348 h 533400"/>
                <a:gd name="connsiteX8" fmla="*/ 7144 w 323850"/>
                <a:gd name="connsiteY8" fmla="*/ 457815 h 533400"/>
                <a:gd name="connsiteX9" fmla="*/ 7144 w 323850"/>
                <a:gd name="connsiteY9" fmla="*/ 35762 h 533400"/>
                <a:gd name="connsiteX10" fmla="*/ 38290 w 323850"/>
                <a:gd name="connsiteY10" fmla="*/ 7187 h 533400"/>
                <a:gd name="connsiteX11" fmla="*/ 141446 w 323850"/>
                <a:gd name="connsiteY11" fmla="*/ 7187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3850" h="533400">
                  <a:moveTo>
                    <a:pt x="141446" y="7187"/>
                  </a:moveTo>
                  <a:lnTo>
                    <a:pt x="141446" y="431430"/>
                  </a:lnTo>
                  <a:cubicBezTo>
                    <a:pt x="141446" y="459148"/>
                    <a:pt x="154972" y="473245"/>
                    <a:pt x="182785" y="474674"/>
                  </a:cubicBezTo>
                  <a:lnTo>
                    <a:pt x="322516" y="474674"/>
                  </a:lnTo>
                  <a:lnTo>
                    <a:pt x="322516" y="522299"/>
                  </a:lnTo>
                  <a:cubicBezTo>
                    <a:pt x="323007" y="526796"/>
                    <a:pt x="319759" y="530840"/>
                    <a:pt x="315262" y="531331"/>
                  </a:cubicBezTo>
                  <a:cubicBezTo>
                    <a:pt x="314729" y="531389"/>
                    <a:pt x="314192" y="531394"/>
                    <a:pt x="313658" y="531348"/>
                  </a:cubicBezTo>
                  <a:lnTo>
                    <a:pt x="87535" y="531348"/>
                  </a:lnTo>
                  <a:cubicBezTo>
                    <a:pt x="17621" y="531348"/>
                    <a:pt x="7144" y="493248"/>
                    <a:pt x="7144" y="457815"/>
                  </a:cubicBezTo>
                  <a:lnTo>
                    <a:pt x="7144" y="35762"/>
                  </a:lnTo>
                  <a:cubicBezTo>
                    <a:pt x="7144" y="15759"/>
                    <a:pt x="14859" y="6425"/>
                    <a:pt x="38290" y="7187"/>
                  </a:cubicBezTo>
                  <a:lnTo>
                    <a:pt x="141446" y="7187"/>
                  </a:lnTo>
                </a:path>
              </a:pathLst>
            </a:custGeom>
            <a:solidFill>
              <a:srgbClr val="000000"/>
            </a:solidFill>
            <a:ln w="9525" cap="flat">
              <a:noFill/>
              <a:prstDash val="solid"/>
              <a:miter/>
            </a:ln>
          </p:spPr>
          <p:txBody>
            <a:bodyPr rtlCol="0" anchor="ctr"/>
            <a:lstStyle/>
            <a:p>
              <a:endParaRPr lang="ja-JP" altLang="en-US"/>
            </a:p>
          </p:txBody>
        </p:sp>
        <p:sp>
          <p:nvSpPr>
            <p:cNvPr id="36" name="フリーフォーム: 図形 35">
              <a:extLst>
                <a:ext uri="{FF2B5EF4-FFF2-40B4-BE49-F238E27FC236}">
                  <a16:creationId xmlns:a16="http://schemas.microsoft.com/office/drawing/2014/main" id="{E3107E91-0D28-40AD-83E0-9A7BA5C4CA9B}"/>
                </a:ext>
              </a:extLst>
            </p:cNvPr>
            <p:cNvSpPr/>
            <p:nvPr/>
          </p:nvSpPr>
          <p:spPr>
            <a:xfrm>
              <a:off x="5777706" y="3240087"/>
              <a:ext cx="142875" cy="533400"/>
            </a:xfrm>
            <a:custGeom>
              <a:avLst/>
              <a:gdLst>
                <a:gd name="connsiteX0" fmla="*/ 141732 w 142875"/>
                <a:gd name="connsiteY0" fmla="*/ 7144 h 533400"/>
                <a:gd name="connsiteX1" fmla="*/ 141732 w 142875"/>
                <a:gd name="connsiteY1" fmla="*/ 503873 h 533400"/>
                <a:gd name="connsiteX2" fmla="*/ 113157 w 142875"/>
                <a:gd name="connsiteY2" fmla="*/ 531400 h 533400"/>
                <a:gd name="connsiteX3" fmla="*/ 7144 w 142875"/>
                <a:gd name="connsiteY3" fmla="*/ 531400 h 533400"/>
                <a:gd name="connsiteX4" fmla="*/ 7144 w 142875"/>
                <a:gd name="connsiteY4" fmla="*/ 34671 h 533400"/>
                <a:gd name="connsiteX5" fmla="*/ 37243 w 142875"/>
                <a:gd name="connsiteY5" fmla="*/ 7334 h 533400"/>
                <a:gd name="connsiteX6" fmla="*/ 141446 w 142875"/>
                <a:gd name="connsiteY6" fmla="*/ 7334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75" h="533400">
                  <a:moveTo>
                    <a:pt x="141732" y="7144"/>
                  </a:moveTo>
                  <a:lnTo>
                    <a:pt x="141732" y="503873"/>
                  </a:lnTo>
                  <a:cubicBezTo>
                    <a:pt x="141732" y="525875"/>
                    <a:pt x="132207" y="531400"/>
                    <a:pt x="113157" y="531400"/>
                  </a:cubicBezTo>
                  <a:lnTo>
                    <a:pt x="7144" y="531400"/>
                  </a:lnTo>
                  <a:lnTo>
                    <a:pt x="7144" y="34671"/>
                  </a:lnTo>
                  <a:cubicBezTo>
                    <a:pt x="7144" y="18383"/>
                    <a:pt x="13335" y="7334"/>
                    <a:pt x="37243" y="7334"/>
                  </a:cubicBezTo>
                  <a:lnTo>
                    <a:pt x="141446" y="7334"/>
                  </a:lnTo>
                </a:path>
              </a:pathLst>
            </a:custGeom>
            <a:solidFill>
              <a:srgbClr val="000000"/>
            </a:solidFill>
            <a:ln w="9525" cap="flat">
              <a:noFill/>
              <a:prstDash val="solid"/>
              <a:miter/>
            </a:ln>
          </p:spPr>
          <p:txBody>
            <a:bodyPr rtlCol="0" anchor="ctr"/>
            <a:lstStyle/>
            <a:p>
              <a:endParaRPr lang="ja-JP" altLang="en-US"/>
            </a:p>
          </p:txBody>
        </p:sp>
        <p:sp>
          <p:nvSpPr>
            <p:cNvPr id="37" name="フリーフォーム: 図形 36">
              <a:extLst>
                <a:ext uri="{FF2B5EF4-FFF2-40B4-BE49-F238E27FC236}">
                  <a16:creationId xmlns:a16="http://schemas.microsoft.com/office/drawing/2014/main" id="{93F881A5-7183-4C82-87A9-1C2966B7898D}"/>
                </a:ext>
              </a:extLst>
            </p:cNvPr>
            <p:cNvSpPr/>
            <p:nvPr/>
          </p:nvSpPr>
          <p:spPr>
            <a:xfrm>
              <a:off x="3691731" y="3240087"/>
              <a:ext cx="361950" cy="533400"/>
            </a:xfrm>
            <a:custGeom>
              <a:avLst/>
              <a:gdLst>
                <a:gd name="connsiteX0" fmla="*/ 7144 w 361950"/>
                <a:gd name="connsiteY0" fmla="*/ 79439 h 533400"/>
                <a:gd name="connsiteX1" fmla="*/ 72866 w 361950"/>
                <a:gd name="connsiteY1" fmla="*/ 7144 h 533400"/>
                <a:gd name="connsiteX2" fmla="*/ 361474 w 361950"/>
                <a:gd name="connsiteY2" fmla="*/ 7144 h 533400"/>
                <a:gd name="connsiteX3" fmla="*/ 361474 w 361950"/>
                <a:gd name="connsiteY3" fmla="*/ 57626 h 533400"/>
                <a:gd name="connsiteX4" fmla="*/ 355913 w 361950"/>
                <a:gd name="connsiteY4" fmla="*/ 64563 h 533400"/>
                <a:gd name="connsiteX5" fmla="*/ 354711 w 361950"/>
                <a:gd name="connsiteY5" fmla="*/ 64580 h 533400"/>
                <a:gd name="connsiteX6" fmla="*/ 181737 w 361950"/>
                <a:gd name="connsiteY6" fmla="*/ 64294 h 533400"/>
                <a:gd name="connsiteX7" fmla="*/ 146876 w 361950"/>
                <a:gd name="connsiteY7" fmla="*/ 98870 h 533400"/>
                <a:gd name="connsiteX8" fmla="*/ 146876 w 361950"/>
                <a:gd name="connsiteY8" fmla="*/ 232219 h 533400"/>
                <a:gd name="connsiteX9" fmla="*/ 350044 w 361950"/>
                <a:gd name="connsiteY9" fmla="*/ 232219 h 533400"/>
                <a:gd name="connsiteX10" fmla="*/ 350044 w 361950"/>
                <a:gd name="connsiteY10" fmla="*/ 284988 h 533400"/>
                <a:gd name="connsiteX11" fmla="*/ 343416 w 361950"/>
                <a:gd name="connsiteY11" fmla="*/ 292252 h 533400"/>
                <a:gd name="connsiteX12" fmla="*/ 342424 w 361950"/>
                <a:gd name="connsiteY12" fmla="*/ 292227 h 533400"/>
                <a:gd name="connsiteX13" fmla="*/ 146876 w 361950"/>
                <a:gd name="connsiteY13" fmla="*/ 292227 h 533400"/>
                <a:gd name="connsiteX14" fmla="*/ 146876 w 361950"/>
                <a:gd name="connsiteY14" fmla="*/ 503301 h 533400"/>
                <a:gd name="connsiteX15" fmla="*/ 113919 w 361950"/>
                <a:gd name="connsiteY15" fmla="*/ 531400 h 533400"/>
                <a:gd name="connsiteX16" fmla="*/ 7144 w 361950"/>
                <a:gd name="connsiteY16" fmla="*/ 531400 h 533400"/>
                <a:gd name="connsiteX17" fmla="*/ 7144 w 361950"/>
                <a:gd name="connsiteY17" fmla="*/ 79439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1950" h="533400">
                  <a:moveTo>
                    <a:pt x="7144" y="79439"/>
                  </a:moveTo>
                  <a:cubicBezTo>
                    <a:pt x="7144" y="39529"/>
                    <a:pt x="7144" y="7144"/>
                    <a:pt x="72866" y="7144"/>
                  </a:cubicBezTo>
                  <a:lnTo>
                    <a:pt x="361474" y="7144"/>
                  </a:lnTo>
                  <a:lnTo>
                    <a:pt x="361474" y="57626"/>
                  </a:lnTo>
                  <a:cubicBezTo>
                    <a:pt x="361854" y="61077"/>
                    <a:pt x="359364" y="64183"/>
                    <a:pt x="355913" y="64563"/>
                  </a:cubicBezTo>
                  <a:cubicBezTo>
                    <a:pt x="355514" y="64607"/>
                    <a:pt x="355111" y="64612"/>
                    <a:pt x="354711" y="64580"/>
                  </a:cubicBezTo>
                  <a:lnTo>
                    <a:pt x="181737" y="64294"/>
                  </a:lnTo>
                  <a:cubicBezTo>
                    <a:pt x="158591" y="64294"/>
                    <a:pt x="146876" y="75533"/>
                    <a:pt x="146876" y="98870"/>
                  </a:cubicBezTo>
                  <a:lnTo>
                    <a:pt x="146876" y="232219"/>
                  </a:lnTo>
                  <a:lnTo>
                    <a:pt x="350044" y="232219"/>
                  </a:lnTo>
                  <a:lnTo>
                    <a:pt x="350044" y="284988"/>
                  </a:lnTo>
                  <a:cubicBezTo>
                    <a:pt x="350220" y="288824"/>
                    <a:pt x="347252" y="292077"/>
                    <a:pt x="343416" y="292252"/>
                  </a:cubicBezTo>
                  <a:cubicBezTo>
                    <a:pt x="343085" y="292268"/>
                    <a:pt x="342754" y="292259"/>
                    <a:pt x="342424" y="292227"/>
                  </a:cubicBezTo>
                  <a:lnTo>
                    <a:pt x="146876" y="292227"/>
                  </a:lnTo>
                  <a:lnTo>
                    <a:pt x="146876" y="503301"/>
                  </a:lnTo>
                  <a:cubicBezTo>
                    <a:pt x="146304" y="523685"/>
                    <a:pt x="136208" y="531876"/>
                    <a:pt x="113919" y="531400"/>
                  </a:cubicBezTo>
                  <a:lnTo>
                    <a:pt x="7144" y="531400"/>
                  </a:lnTo>
                  <a:lnTo>
                    <a:pt x="7144" y="79439"/>
                  </a:lnTo>
                </a:path>
              </a:pathLst>
            </a:custGeom>
            <a:solidFill>
              <a:srgbClr val="000000"/>
            </a:solidFill>
            <a:ln w="9525" cap="flat">
              <a:noFill/>
              <a:prstDash val="solid"/>
              <a:miter/>
            </a:ln>
          </p:spPr>
          <p:txBody>
            <a:bodyPr rtlCol="0" anchor="ctr"/>
            <a:lstStyle/>
            <a:p>
              <a:endParaRPr lang="ja-JP" altLang="en-US"/>
            </a:p>
          </p:txBody>
        </p:sp>
        <p:sp>
          <p:nvSpPr>
            <p:cNvPr id="38" name="フリーフォーム: 図形 37">
              <a:extLst>
                <a:ext uri="{FF2B5EF4-FFF2-40B4-BE49-F238E27FC236}">
                  <a16:creationId xmlns:a16="http://schemas.microsoft.com/office/drawing/2014/main" id="{2079C796-CEB6-4E51-B82C-2D32FDD2223E}"/>
                </a:ext>
              </a:extLst>
            </p:cNvPr>
            <p:cNvSpPr/>
            <p:nvPr/>
          </p:nvSpPr>
          <p:spPr>
            <a:xfrm>
              <a:off x="4120356" y="3240087"/>
              <a:ext cx="457200" cy="552450"/>
            </a:xfrm>
            <a:custGeom>
              <a:avLst/>
              <a:gdLst>
                <a:gd name="connsiteX0" fmla="*/ 141256 w 457200"/>
                <a:gd name="connsiteY0" fmla="*/ 7144 h 552450"/>
                <a:gd name="connsiteX1" fmla="*/ 141256 w 457200"/>
                <a:gd name="connsiteY1" fmla="*/ 407194 h 552450"/>
                <a:gd name="connsiteX2" fmla="*/ 169831 w 457200"/>
                <a:gd name="connsiteY2" fmla="*/ 479393 h 552450"/>
                <a:gd name="connsiteX3" fmla="*/ 289655 w 457200"/>
                <a:gd name="connsiteY3" fmla="*/ 479393 h 552450"/>
                <a:gd name="connsiteX4" fmla="*/ 320707 w 457200"/>
                <a:gd name="connsiteY4" fmla="*/ 407003 h 552450"/>
                <a:gd name="connsiteX5" fmla="*/ 320707 w 457200"/>
                <a:gd name="connsiteY5" fmla="*/ 33814 h 552450"/>
                <a:gd name="connsiteX6" fmla="*/ 350615 w 457200"/>
                <a:gd name="connsiteY6" fmla="*/ 7144 h 552450"/>
                <a:gd name="connsiteX7" fmla="*/ 454819 w 457200"/>
                <a:gd name="connsiteY7" fmla="*/ 7144 h 552450"/>
                <a:gd name="connsiteX8" fmla="*/ 454819 w 457200"/>
                <a:gd name="connsiteY8" fmla="*/ 394907 h 552450"/>
                <a:gd name="connsiteX9" fmla="*/ 348044 w 457200"/>
                <a:gd name="connsiteY9" fmla="*/ 535496 h 552450"/>
                <a:gd name="connsiteX10" fmla="*/ 117157 w 457200"/>
                <a:gd name="connsiteY10" fmla="*/ 535496 h 552450"/>
                <a:gd name="connsiteX11" fmla="*/ 7144 w 457200"/>
                <a:gd name="connsiteY11" fmla="*/ 394907 h 552450"/>
                <a:gd name="connsiteX12" fmla="*/ 7144 w 457200"/>
                <a:gd name="connsiteY12" fmla="*/ 34195 h 552450"/>
                <a:gd name="connsiteX13" fmla="*/ 33242 w 457200"/>
                <a:gd name="connsiteY13" fmla="*/ 7144 h 552450"/>
                <a:gd name="connsiteX14" fmla="*/ 141256 w 457200"/>
                <a:gd name="connsiteY14" fmla="*/ 7144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7200" h="552450">
                  <a:moveTo>
                    <a:pt x="141256" y="7144"/>
                  </a:moveTo>
                  <a:lnTo>
                    <a:pt x="141256" y="407194"/>
                  </a:lnTo>
                  <a:cubicBezTo>
                    <a:pt x="141256" y="441484"/>
                    <a:pt x="146018" y="465487"/>
                    <a:pt x="169831" y="479393"/>
                  </a:cubicBezTo>
                  <a:cubicBezTo>
                    <a:pt x="207614" y="497963"/>
                    <a:pt x="251872" y="497963"/>
                    <a:pt x="289655" y="479393"/>
                  </a:cubicBezTo>
                  <a:cubicBezTo>
                    <a:pt x="312134" y="466916"/>
                    <a:pt x="320707" y="446723"/>
                    <a:pt x="320707" y="407003"/>
                  </a:cubicBezTo>
                  <a:lnTo>
                    <a:pt x="320707" y="33814"/>
                  </a:lnTo>
                  <a:cubicBezTo>
                    <a:pt x="320707" y="17050"/>
                    <a:pt x="327088" y="7144"/>
                    <a:pt x="350615" y="7144"/>
                  </a:cubicBezTo>
                  <a:lnTo>
                    <a:pt x="454819" y="7144"/>
                  </a:lnTo>
                  <a:lnTo>
                    <a:pt x="454819" y="394907"/>
                  </a:lnTo>
                  <a:cubicBezTo>
                    <a:pt x="454819" y="484918"/>
                    <a:pt x="397669" y="521875"/>
                    <a:pt x="348044" y="535496"/>
                  </a:cubicBezTo>
                  <a:cubicBezTo>
                    <a:pt x="281369" y="553879"/>
                    <a:pt x="180023" y="554546"/>
                    <a:pt x="117157" y="535496"/>
                  </a:cubicBezTo>
                  <a:cubicBezTo>
                    <a:pt x="42196" y="512540"/>
                    <a:pt x="7144" y="468059"/>
                    <a:pt x="7144" y="394907"/>
                  </a:cubicBezTo>
                  <a:lnTo>
                    <a:pt x="7144" y="34195"/>
                  </a:lnTo>
                  <a:cubicBezTo>
                    <a:pt x="7144" y="16669"/>
                    <a:pt x="13240" y="7144"/>
                    <a:pt x="33242" y="7144"/>
                  </a:cubicBezTo>
                  <a:lnTo>
                    <a:pt x="141256" y="7144"/>
                  </a:lnTo>
                </a:path>
              </a:pathLst>
            </a:custGeom>
            <a:solidFill>
              <a:srgbClr val="000000"/>
            </a:solidFill>
            <a:ln w="9525" cap="flat">
              <a:noFill/>
              <a:prstDash val="solid"/>
              <a:miter/>
            </a:ln>
          </p:spPr>
          <p:txBody>
            <a:bodyPr rtlCol="0" anchor="ctr"/>
            <a:lstStyle/>
            <a:p>
              <a:endParaRPr lang="ja-JP" altLang="en-US"/>
            </a:p>
          </p:txBody>
        </p:sp>
        <p:sp>
          <p:nvSpPr>
            <p:cNvPr id="39" name="フリーフォーム: 図形 38">
              <a:extLst>
                <a:ext uri="{FF2B5EF4-FFF2-40B4-BE49-F238E27FC236}">
                  <a16:creationId xmlns:a16="http://schemas.microsoft.com/office/drawing/2014/main" id="{0EF1E6AD-1F2D-4B90-BE0E-06E3D5A95AAE}"/>
                </a:ext>
              </a:extLst>
            </p:cNvPr>
            <p:cNvSpPr/>
            <p:nvPr/>
          </p:nvSpPr>
          <p:spPr>
            <a:xfrm>
              <a:off x="6418834" y="3240087"/>
              <a:ext cx="542925" cy="533400"/>
            </a:xfrm>
            <a:custGeom>
              <a:avLst/>
              <a:gdLst>
                <a:gd name="connsiteX0" fmla="*/ 382334 w 542925"/>
                <a:gd name="connsiteY0" fmla="*/ 7144 h 533400"/>
                <a:gd name="connsiteX1" fmla="*/ 334709 w 542925"/>
                <a:gd name="connsiteY1" fmla="*/ 43148 h 533400"/>
                <a:gd name="connsiteX2" fmla="*/ 248984 w 542925"/>
                <a:gd name="connsiteY2" fmla="*/ 404432 h 533400"/>
                <a:gd name="connsiteX3" fmla="*/ 246697 w 542925"/>
                <a:gd name="connsiteY3" fmla="*/ 404432 h 533400"/>
                <a:gd name="connsiteX4" fmla="*/ 158496 w 542925"/>
                <a:gd name="connsiteY4" fmla="*/ 7144 h 533400"/>
                <a:gd name="connsiteX5" fmla="*/ 37814 w 542925"/>
                <a:gd name="connsiteY5" fmla="*/ 7144 h 533400"/>
                <a:gd name="connsiteX6" fmla="*/ 7144 w 542925"/>
                <a:gd name="connsiteY6" fmla="*/ 37529 h 533400"/>
                <a:gd name="connsiteX7" fmla="*/ 7144 w 542925"/>
                <a:gd name="connsiteY7" fmla="*/ 531019 h 533400"/>
                <a:gd name="connsiteX8" fmla="*/ 58103 w 542925"/>
                <a:gd name="connsiteY8" fmla="*/ 531019 h 533400"/>
                <a:gd name="connsiteX9" fmla="*/ 69723 w 542925"/>
                <a:gd name="connsiteY9" fmla="*/ 518541 h 533400"/>
                <a:gd name="connsiteX10" fmla="*/ 69723 w 542925"/>
                <a:gd name="connsiteY10" fmla="*/ 105156 h 533400"/>
                <a:gd name="connsiteX11" fmla="*/ 77819 w 542925"/>
                <a:gd name="connsiteY11" fmla="*/ 105156 h 533400"/>
                <a:gd name="connsiteX12" fmla="*/ 186976 w 542925"/>
                <a:gd name="connsiteY12" fmla="*/ 531019 h 533400"/>
                <a:gd name="connsiteX13" fmla="*/ 258604 w 542925"/>
                <a:gd name="connsiteY13" fmla="*/ 531019 h 533400"/>
                <a:gd name="connsiteX14" fmla="*/ 302133 w 542925"/>
                <a:gd name="connsiteY14" fmla="*/ 492919 h 533400"/>
                <a:gd name="connsiteX15" fmla="*/ 400050 w 542925"/>
                <a:gd name="connsiteY15" fmla="*/ 104394 h 533400"/>
                <a:gd name="connsiteX16" fmla="*/ 408051 w 542925"/>
                <a:gd name="connsiteY16" fmla="*/ 104394 h 533400"/>
                <a:gd name="connsiteX17" fmla="*/ 408051 w 542925"/>
                <a:gd name="connsiteY17" fmla="*/ 531019 h 533400"/>
                <a:gd name="connsiteX18" fmla="*/ 503301 w 542925"/>
                <a:gd name="connsiteY18" fmla="*/ 531019 h 533400"/>
                <a:gd name="connsiteX19" fmla="*/ 537496 w 542925"/>
                <a:gd name="connsiteY19" fmla="*/ 499015 h 533400"/>
                <a:gd name="connsiteX20" fmla="*/ 537496 w 542925"/>
                <a:gd name="connsiteY20" fmla="*/ 7144 h 533400"/>
                <a:gd name="connsiteX21" fmla="*/ 382334 w 542925"/>
                <a:gd name="connsiteY21" fmla="*/ 7144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42925" h="533400">
                  <a:moveTo>
                    <a:pt x="382334" y="7144"/>
                  </a:moveTo>
                  <a:cubicBezTo>
                    <a:pt x="355759" y="7144"/>
                    <a:pt x="340805" y="19336"/>
                    <a:pt x="334709" y="43148"/>
                  </a:cubicBezTo>
                  <a:lnTo>
                    <a:pt x="248984" y="404432"/>
                  </a:lnTo>
                  <a:lnTo>
                    <a:pt x="246697" y="404432"/>
                  </a:lnTo>
                  <a:lnTo>
                    <a:pt x="158496" y="7144"/>
                  </a:lnTo>
                  <a:lnTo>
                    <a:pt x="37814" y="7144"/>
                  </a:lnTo>
                  <a:cubicBezTo>
                    <a:pt x="14478" y="7144"/>
                    <a:pt x="7144" y="19050"/>
                    <a:pt x="7144" y="37529"/>
                  </a:cubicBezTo>
                  <a:lnTo>
                    <a:pt x="7144" y="531019"/>
                  </a:lnTo>
                  <a:lnTo>
                    <a:pt x="58103" y="531019"/>
                  </a:lnTo>
                  <a:cubicBezTo>
                    <a:pt x="66389" y="531019"/>
                    <a:pt x="69723" y="526828"/>
                    <a:pt x="69723" y="518541"/>
                  </a:cubicBezTo>
                  <a:lnTo>
                    <a:pt x="69723" y="105156"/>
                  </a:lnTo>
                  <a:lnTo>
                    <a:pt x="77819" y="105156"/>
                  </a:lnTo>
                  <a:lnTo>
                    <a:pt x="186976" y="531019"/>
                  </a:lnTo>
                  <a:lnTo>
                    <a:pt x="258604" y="531019"/>
                  </a:lnTo>
                  <a:cubicBezTo>
                    <a:pt x="285560" y="531019"/>
                    <a:pt x="295465" y="519875"/>
                    <a:pt x="302133" y="492919"/>
                  </a:cubicBezTo>
                  <a:lnTo>
                    <a:pt x="400050" y="104394"/>
                  </a:lnTo>
                  <a:lnTo>
                    <a:pt x="408051" y="104394"/>
                  </a:lnTo>
                  <a:lnTo>
                    <a:pt x="408051" y="531019"/>
                  </a:lnTo>
                  <a:lnTo>
                    <a:pt x="503301" y="531019"/>
                  </a:lnTo>
                  <a:cubicBezTo>
                    <a:pt x="526828" y="531019"/>
                    <a:pt x="537496" y="522065"/>
                    <a:pt x="537496" y="499015"/>
                  </a:cubicBezTo>
                  <a:lnTo>
                    <a:pt x="537496" y="7144"/>
                  </a:lnTo>
                  <a:lnTo>
                    <a:pt x="382334" y="7144"/>
                  </a:lnTo>
                </a:path>
              </a:pathLst>
            </a:custGeom>
            <a:solidFill>
              <a:srgbClr val="000000"/>
            </a:solidFill>
            <a:ln w="9525" cap="flat">
              <a:noFill/>
              <a:prstDash val="solid"/>
              <a:miter/>
            </a:ln>
          </p:spPr>
          <p:txBody>
            <a:bodyPr rtlCol="0" anchor="ctr"/>
            <a:lstStyle/>
            <a:p>
              <a:endParaRPr lang="ja-JP" altLang="en-US"/>
            </a:p>
          </p:txBody>
        </p:sp>
        <p:sp>
          <p:nvSpPr>
            <p:cNvPr id="40" name="フリーフォーム: 図形 39">
              <a:extLst>
                <a:ext uri="{FF2B5EF4-FFF2-40B4-BE49-F238E27FC236}">
                  <a16:creationId xmlns:a16="http://schemas.microsoft.com/office/drawing/2014/main" id="{1AB1EBD9-D175-48C5-BC39-DCCBB53ED138}"/>
                </a:ext>
              </a:extLst>
            </p:cNvPr>
            <p:cNvSpPr/>
            <p:nvPr/>
          </p:nvSpPr>
          <p:spPr>
            <a:xfrm>
              <a:off x="5072856" y="3524980"/>
              <a:ext cx="142875" cy="247650"/>
            </a:xfrm>
            <a:custGeom>
              <a:avLst/>
              <a:gdLst>
                <a:gd name="connsiteX0" fmla="*/ 140494 w 142875"/>
                <a:gd name="connsiteY0" fmla="*/ 7144 h 247650"/>
                <a:gd name="connsiteX1" fmla="*/ 7144 w 142875"/>
                <a:gd name="connsiteY1" fmla="*/ 7144 h 247650"/>
                <a:gd name="connsiteX2" fmla="*/ 7144 w 142875"/>
                <a:gd name="connsiteY2" fmla="*/ 246126 h 247650"/>
                <a:gd name="connsiteX3" fmla="*/ 113157 w 142875"/>
                <a:gd name="connsiteY3" fmla="*/ 246126 h 247650"/>
                <a:gd name="connsiteX4" fmla="*/ 141256 w 142875"/>
                <a:gd name="connsiteY4" fmla="*/ 218599 h 247650"/>
                <a:gd name="connsiteX5" fmla="*/ 141256 w 142875"/>
                <a:gd name="connsiteY5" fmla="*/ 7144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247650">
                  <a:moveTo>
                    <a:pt x="140494" y="7144"/>
                  </a:moveTo>
                  <a:lnTo>
                    <a:pt x="7144" y="7144"/>
                  </a:lnTo>
                  <a:lnTo>
                    <a:pt x="7144" y="246126"/>
                  </a:lnTo>
                  <a:lnTo>
                    <a:pt x="113157" y="246126"/>
                  </a:lnTo>
                  <a:cubicBezTo>
                    <a:pt x="132207" y="246126"/>
                    <a:pt x="141256" y="240601"/>
                    <a:pt x="141256" y="218599"/>
                  </a:cubicBezTo>
                  <a:lnTo>
                    <a:pt x="141256" y="7144"/>
                  </a:lnTo>
                </a:path>
              </a:pathLst>
            </a:custGeom>
            <a:solidFill>
              <a:srgbClr val="000000"/>
            </a:solidFill>
            <a:ln w="9525" cap="flat">
              <a:noFill/>
              <a:prstDash val="solid"/>
              <a:miter/>
            </a:ln>
          </p:spPr>
          <p:txBody>
            <a:bodyPr rtlCol="0" anchor="ctr"/>
            <a:lstStyle/>
            <a:p>
              <a:endParaRPr lang="ja-JP" altLang="en-US"/>
            </a:p>
          </p:txBody>
        </p:sp>
        <p:sp>
          <p:nvSpPr>
            <p:cNvPr id="41" name="フリーフォーム: 図形 40">
              <a:extLst>
                <a:ext uri="{FF2B5EF4-FFF2-40B4-BE49-F238E27FC236}">
                  <a16:creationId xmlns:a16="http://schemas.microsoft.com/office/drawing/2014/main" id="{4098300D-0DFC-493C-ADB1-1DA0EC7EF6AD}"/>
                </a:ext>
              </a:extLst>
            </p:cNvPr>
            <p:cNvSpPr/>
            <p:nvPr/>
          </p:nvSpPr>
          <p:spPr>
            <a:xfrm>
              <a:off x="5072189" y="3240087"/>
              <a:ext cx="142875" cy="295275"/>
            </a:xfrm>
            <a:custGeom>
              <a:avLst/>
              <a:gdLst>
                <a:gd name="connsiteX0" fmla="*/ 133636 w 142875"/>
                <a:gd name="connsiteY0" fmla="*/ 189738 h 295275"/>
                <a:gd name="connsiteX1" fmla="*/ 141446 w 142875"/>
                <a:gd name="connsiteY1" fmla="*/ 174974 h 295275"/>
                <a:gd name="connsiteX2" fmla="*/ 141446 w 142875"/>
                <a:gd name="connsiteY2" fmla="*/ 7144 h 295275"/>
                <a:gd name="connsiteX3" fmla="*/ 37243 w 142875"/>
                <a:gd name="connsiteY3" fmla="*/ 7144 h 295275"/>
                <a:gd name="connsiteX4" fmla="*/ 7144 w 142875"/>
                <a:gd name="connsiteY4" fmla="*/ 34957 h 295275"/>
                <a:gd name="connsiteX5" fmla="*/ 7144 w 142875"/>
                <a:gd name="connsiteY5" fmla="*/ 288989 h 295275"/>
                <a:gd name="connsiteX6" fmla="*/ 133636 w 142875"/>
                <a:gd name="connsiteY6" fmla="*/ 18973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75" h="295275">
                  <a:moveTo>
                    <a:pt x="133636" y="189738"/>
                  </a:moveTo>
                  <a:cubicBezTo>
                    <a:pt x="138725" y="186599"/>
                    <a:pt x="141715" y="180948"/>
                    <a:pt x="141446" y="174974"/>
                  </a:cubicBezTo>
                  <a:lnTo>
                    <a:pt x="141446" y="7144"/>
                  </a:lnTo>
                  <a:lnTo>
                    <a:pt x="37243" y="7144"/>
                  </a:lnTo>
                  <a:cubicBezTo>
                    <a:pt x="13811" y="7144"/>
                    <a:pt x="7144" y="18574"/>
                    <a:pt x="7144" y="34957"/>
                  </a:cubicBezTo>
                  <a:lnTo>
                    <a:pt x="7144" y="288989"/>
                  </a:lnTo>
                  <a:lnTo>
                    <a:pt x="133636" y="189738"/>
                  </a:lnTo>
                </a:path>
              </a:pathLst>
            </a:custGeom>
            <a:solidFill>
              <a:srgbClr val="FB0020"/>
            </a:solidFill>
            <a:ln w="9525" cap="flat">
              <a:noFill/>
              <a:prstDash val="solid"/>
              <a:miter/>
            </a:ln>
          </p:spPr>
          <p:txBody>
            <a:bodyPr rtlCol="0" anchor="ctr"/>
            <a:lstStyle/>
            <a:p>
              <a:endParaRPr lang="ja-JP" altLang="en-US"/>
            </a:p>
          </p:txBody>
        </p:sp>
        <p:sp>
          <p:nvSpPr>
            <p:cNvPr id="42" name="フリーフォーム: 図形 41">
              <a:extLst>
                <a:ext uri="{FF2B5EF4-FFF2-40B4-BE49-F238E27FC236}">
                  <a16:creationId xmlns:a16="http://schemas.microsoft.com/office/drawing/2014/main" id="{089AE867-A02B-46B3-8E77-CE6300B65790}"/>
                </a:ext>
              </a:extLst>
            </p:cNvPr>
            <p:cNvSpPr/>
            <p:nvPr/>
          </p:nvSpPr>
          <p:spPr>
            <a:xfrm>
              <a:off x="4623352" y="3240087"/>
              <a:ext cx="333375" cy="552450"/>
            </a:xfrm>
            <a:custGeom>
              <a:avLst/>
              <a:gdLst>
                <a:gd name="connsiteX0" fmla="*/ 122226 w 333375"/>
                <a:gd name="connsiteY0" fmla="*/ 489966 h 552450"/>
                <a:gd name="connsiteX1" fmla="*/ 199759 w 333375"/>
                <a:gd name="connsiteY1" fmla="*/ 395954 h 552450"/>
                <a:gd name="connsiteX2" fmla="*/ 199759 w 333375"/>
                <a:gd name="connsiteY2" fmla="*/ 35719 h 552450"/>
                <a:gd name="connsiteX3" fmla="*/ 226620 w 333375"/>
                <a:gd name="connsiteY3" fmla="*/ 7144 h 552450"/>
                <a:gd name="connsiteX4" fmla="*/ 334157 w 333375"/>
                <a:gd name="connsiteY4" fmla="*/ 7144 h 552450"/>
                <a:gd name="connsiteX5" fmla="*/ 334157 w 333375"/>
                <a:gd name="connsiteY5" fmla="*/ 347758 h 552450"/>
                <a:gd name="connsiteX6" fmla="*/ 266815 w 333375"/>
                <a:gd name="connsiteY6" fmla="*/ 509683 h 552450"/>
                <a:gd name="connsiteX7" fmla="*/ 98032 w 333375"/>
                <a:gd name="connsiteY7" fmla="*/ 549497 h 552450"/>
                <a:gd name="connsiteX8" fmla="*/ 13736 w 333375"/>
                <a:gd name="connsiteY8" fmla="*/ 545402 h 552450"/>
                <a:gd name="connsiteX9" fmla="*/ 7164 w 333375"/>
                <a:gd name="connsiteY9" fmla="*/ 537305 h 552450"/>
                <a:gd name="connsiteX10" fmla="*/ 7164 w 333375"/>
                <a:gd name="connsiteY10" fmla="*/ 492919 h 552450"/>
                <a:gd name="connsiteX11" fmla="*/ 122226 w 333375"/>
                <a:gd name="connsiteY11" fmla="*/ 48968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3375" h="552450">
                  <a:moveTo>
                    <a:pt x="122226" y="489966"/>
                  </a:moveTo>
                  <a:cubicBezTo>
                    <a:pt x="180423" y="481584"/>
                    <a:pt x="199759" y="447104"/>
                    <a:pt x="199759" y="395954"/>
                  </a:cubicBezTo>
                  <a:lnTo>
                    <a:pt x="199759" y="35719"/>
                  </a:lnTo>
                  <a:cubicBezTo>
                    <a:pt x="199759" y="14002"/>
                    <a:pt x="211570" y="7144"/>
                    <a:pt x="226620" y="7144"/>
                  </a:cubicBezTo>
                  <a:lnTo>
                    <a:pt x="334157" y="7144"/>
                  </a:lnTo>
                  <a:lnTo>
                    <a:pt x="334157" y="347758"/>
                  </a:lnTo>
                  <a:cubicBezTo>
                    <a:pt x="334157" y="431578"/>
                    <a:pt x="316631" y="473964"/>
                    <a:pt x="266815" y="509683"/>
                  </a:cubicBezTo>
                  <a:cubicBezTo>
                    <a:pt x="241098" y="528733"/>
                    <a:pt x="195949" y="549497"/>
                    <a:pt x="98032" y="549497"/>
                  </a:cubicBezTo>
                  <a:cubicBezTo>
                    <a:pt x="69870" y="550303"/>
                    <a:pt x="41687" y="548934"/>
                    <a:pt x="13736" y="545402"/>
                  </a:cubicBezTo>
                  <a:cubicBezTo>
                    <a:pt x="9752" y="544859"/>
                    <a:pt x="6876" y="541315"/>
                    <a:pt x="7164" y="537305"/>
                  </a:cubicBezTo>
                  <a:lnTo>
                    <a:pt x="7164" y="492919"/>
                  </a:lnTo>
                  <a:cubicBezTo>
                    <a:pt x="45544" y="494784"/>
                    <a:pt x="84011" y="493702"/>
                    <a:pt x="122226" y="489680"/>
                  </a:cubicBezTo>
                </a:path>
              </a:pathLst>
            </a:custGeom>
            <a:solidFill>
              <a:srgbClr val="000000"/>
            </a:solidFill>
            <a:ln w="9525" cap="flat">
              <a:noFill/>
              <a:prstDash val="solid"/>
              <a:miter/>
            </a:ln>
          </p:spPr>
          <p:txBody>
            <a:bodyPr rtlCol="0" anchor="ctr"/>
            <a:lstStyle/>
            <a:p>
              <a:endParaRPr lang="ja-JP" altLang="en-US"/>
            </a:p>
          </p:txBody>
        </p:sp>
        <p:sp>
          <p:nvSpPr>
            <p:cNvPr id="43" name="フリーフォーム: 図形 42">
              <a:extLst>
                <a:ext uri="{FF2B5EF4-FFF2-40B4-BE49-F238E27FC236}">
                  <a16:creationId xmlns:a16="http://schemas.microsoft.com/office/drawing/2014/main" id="{1B2F6C47-B5EE-47B1-AFA2-8FC038E9B530}"/>
                </a:ext>
              </a:extLst>
            </p:cNvPr>
            <p:cNvSpPr/>
            <p:nvPr/>
          </p:nvSpPr>
          <p:spPr>
            <a:xfrm>
              <a:off x="5250021" y="3240087"/>
              <a:ext cx="457200" cy="533400"/>
            </a:xfrm>
            <a:custGeom>
              <a:avLst/>
              <a:gdLst>
                <a:gd name="connsiteX0" fmla="*/ 167164 w 457200"/>
                <a:gd name="connsiteY0" fmla="*/ 7144 h 533400"/>
                <a:gd name="connsiteX1" fmla="*/ 101441 w 457200"/>
                <a:gd name="connsiteY1" fmla="*/ 79439 h 533400"/>
                <a:gd name="connsiteX2" fmla="*/ 101441 w 457200"/>
                <a:gd name="connsiteY2" fmla="*/ 214694 h 533400"/>
                <a:gd name="connsiteX3" fmla="*/ 99060 w 457200"/>
                <a:gd name="connsiteY3" fmla="*/ 219742 h 533400"/>
                <a:gd name="connsiteX4" fmla="*/ 7144 w 457200"/>
                <a:gd name="connsiteY4" fmla="*/ 292037 h 533400"/>
                <a:gd name="connsiteX5" fmla="*/ 101441 w 457200"/>
                <a:gd name="connsiteY5" fmla="*/ 292037 h 533400"/>
                <a:gd name="connsiteX6" fmla="*/ 101441 w 457200"/>
                <a:gd name="connsiteY6" fmla="*/ 531019 h 533400"/>
                <a:gd name="connsiteX7" fmla="*/ 208217 w 457200"/>
                <a:gd name="connsiteY7" fmla="*/ 531019 h 533400"/>
                <a:gd name="connsiteX8" fmla="*/ 241078 w 457200"/>
                <a:gd name="connsiteY8" fmla="*/ 502920 h 533400"/>
                <a:gd name="connsiteX9" fmla="*/ 241078 w 457200"/>
                <a:gd name="connsiteY9" fmla="*/ 292132 h 533400"/>
                <a:gd name="connsiteX10" fmla="*/ 437007 w 457200"/>
                <a:gd name="connsiteY10" fmla="*/ 292132 h 533400"/>
                <a:gd name="connsiteX11" fmla="*/ 444591 w 457200"/>
                <a:gd name="connsiteY11" fmla="*/ 286087 h 533400"/>
                <a:gd name="connsiteX12" fmla="*/ 444627 w 457200"/>
                <a:gd name="connsiteY12" fmla="*/ 284988 h 533400"/>
                <a:gd name="connsiteX13" fmla="*/ 444627 w 457200"/>
                <a:gd name="connsiteY13" fmla="*/ 232219 h 533400"/>
                <a:gd name="connsiteX14" fmla="*/ 241078 w 457200"/>
                <a:gd name="connsiteY14" fmla="*/ 232219 h 533400"/>
                <a:gd name="connsiteX15" fmla="*/ 241078 w 457200"/>
                <a:gd name="connsiteY15" fmla="*/ 98870 h 533400"/>
                <a:gd name="connsiteX16" fmla="*/ 276034 w 457200"/>
                <a:gd name="connsiteY16" fmla="*/ 64294 h 533400"/>
                <a:gd name="connsiteX17" fmla="*/ 449104 w 457200"/>
                <a:gd name="connsiteY17" fmla="*/ 64294 h 533400"/>
                <a:gd name="connsiteX18" fmla="*/ 455883 w 457200"/>
                <a:gd name="connsiteY18" fmla="*/ 58542 h 533400"/>
                <a:gd name="connsiteX19" fmla="*/ 455866 w 457200"/>
                <a:gd name="connsiteY19" fmla="*/ 57341 h 533400"/>
                <a:gd name="connsiteX20" fmla="*/ 455867 w 457200"/>
                <a:gd name="connsiteY20" fmla="*/ 7144 h 533400"/>
                <a:gd name="connsiteX21" fmla="*/ 167164 w 457200"/>
                <a:gd name="connsiteY21" fmla="*/ 7144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7200" h="533400">
                  <a:moveTo>
                    <a:pt x="167164" y="7144"/>
                  </a:moveTo>
                  <a:cubicBezTo>
                    <a:pt x="101536" y="7144"/>
                    <a:pt x="101441" y="39529"/>
                    <a:pt x="101441" y="79439"/>
                  </a:cubicBezTo>
                  <a:lnTo>
                    <a:pt x="101441" y="214694"/>
                  </a:lnTo>
                  <a:cubicBezTo>
                    <a:pt x="101510" y="216662"/>
                    <a:pt x="100623" y="218543"/>
                    <a:pt x="99060" y="219742"/>
                  </a:cubicBezTo>
                  <a:lnTo>
                    <a:pt x="7144" y="292037"/>
                  </a:lnTo>
                  <a:lnTo>
                    <a:pt x="101441" y="292037"/>
                  </a:lnTo>
                  <a:lnTo>
                    <a:pt x="101441" y="531019"/>
                  </a:lnTo>
                  <a:lnTo>
                    <a:pt x="208217" y="531019"/>
                  </a:lnTo>
                  <a:cubicBezTo>
                    <a:pt x="230505" y="531019"/>
                    <a:pt x="240697" y="523399"/>
                    <a:pt x="241078" y="502920"/>
                  </a:cubicBezTo>
                  <a:lnTo>
                    <a:pt x="241078" y="292132"/>
                  </a:lnTo>
                  <a:lnTo>
                    <a:pt x="437007" y="292132"/>
                  </a:lnTo>
                  <a:cubicBezTo>
                    <a:pt x="440770" y="292557"/>
                    <a:pt x="444166" y="289851"/>
                    <a:pt x="444591" y="286087"/>
                  </a:cubicBezTo>
                  <a:cubicBezTo>
                    <a:pt x="444633" y="285722"/>
                    <a:pt x="444645" y="285355"/>
                    <a:pt x="444627" y="284988"/>
                  </a:cubicBezTo>
                  <a:lnTo>
                    <a:pt x="444627" y="232219"/>
                  </a:lnTo>
                  <a:lnTo>
                    <a:pt x="241078" y="232219"/>
                  </a:lnTo>
                  <a:lnTo>
                    <a:pt x="241078" y="98870"/>
                  </a:lnTo>
                  <a:cubicBezTo>
                    <a:pt x="241078" y="75533"/>
                    <a:pt x="252698" y="64294"/>
                    <a:pt x="276034" y="64294"/>
                  </a:cubicBezTo>
                  <a:lnTo>
                    <a:pt x="449104" y="64294"/>
                  </a:lnTo>
                  <a:cubicBezTo>
                    <a:pt x="452564" y="64578"/>
                    <a:pt x="455599" y="62003"/>
                    <a:pt x="455883" y="58542"/>
                  </a:cubicBezTo>
                  <a:cubicBezTo>
                    <a:pt x="455916" y="58142"/>
                    <a:pt x="455910" y="57740"/>
                    <a:pt x="455866" y="57341"/>
                  </a:cubicBezTo>
                  <a:lnTo>
                    <a:pt x="455867" y="7144"/>
                  </a:lnTo>
                  <a:lnTo>
                    <a:pt x="167164" y="7144"/>
                  </a:lnTo>
                </a:path>
              </a:pathLst>
            </a:custGeom>
            <a:solidFill>
              <a:srgbClr val="000000"/>
            </a:solidFill>
            <a:ln w="9525" cap="flat">
              <a:noFill/>
              <a:prstDash val="solid"/>
              <a:miter/>
            </a:ln>
          </p:spPr>
          <p:txBody>
            <a:bodyPr rtlCol="0" anchor="ctr"/>
            <a:lstStyle/>
            <a:p>
              <a:endParaRPr lang="ja-JP" altLang="en-US"/>
            </a:p>
          </p:txBody>
        </p:sp>
        <p:sp>
          <p:nvSpPr>
            <p:cNvPr id="44" name="フリーフォーム: 図形 43">
              <a:extLst>
                <a:ext uri="{FF2B5EF4-FFF2-40B4-BE49-F238E27FC236}">
                  <a16:creationId xmlns:a16="http://schemas.microsoft.com/office/drawing/2014/main" id="{8684F5E1-C530-4186-A244-982E76D0B0E0}"/>
                </a:ext>
              </a:extLst>
            </p:cNvPr>
            <p:cNvSpPr/>
            <p:nvPr/>
          </p:nvSpPr>
          <p:spPr>
            <a:xfrm>
              <a:off x="3813941" y="3921506"/>
              <a:ext cx="209550" cy="209550"/>
            </a:xfrm>
            <a:custGeom>
              <a:avLst/>
              <a:gdLst>
                <a:gd name="connsiteX0" fmla="*/ 52383 w 209550"/>
                <a:gd name="connsiteY0" fmla="*/ 7144 h 209550"/>
                <a:gd name="connsiteX1" fmla="*/ 115343 w 209550"/>
                <a:gd name="connsiteY1" fmla="*/ 145828 h 209550"/>
                <a:gd name="connsiteX2" fmla="*/ 173541 w 209550"/>
                <a:gd name="connsiteY2" fmla="*/ 7144 h 209550"/>
                <a:gd name="connsiteX3" fmla="*/ 203450 w 209550"/>
                <a:gd name="connsiteY3" fmla="*/ 7144 h 209550"/>
                <a:gd name="connsiteX4" fmla="*/ 121154 w 209550"/>
                <a:gd name="connsiteY4" fmla="*/ 203359 h 209550"/>
                <a:gd name="connsiteX5" fmla="*/ 109724 w 209550"/>
                <a:gd name="connsiteY5" fmla="*/ 211074 h 209550"/>
                <a:gd name="connsiteX6" fmla="*/ 96008 w 209550"/>
                <a:gd name="connsiteY6" fmla="*/ 211074 h 209550"/>
                <a:gd name="connsiteX7" fmla="*/ 7616 w 209550"/>
                <a:gd name="connsiteY7" fmla="*/ 14669 h 209550"/>
                <a:gd name="connsiteX8" fmla="*/ 10288 w 209550"/>
                <a:gd name="connsiteY8" fmla="*/ 7614 h 209550"/>
                <a:gd name="connsiteX9" fmla="*/ 12473 w 209550"/>
                <a:gd name="connsiteY9" fmla="*/ 7144 h 209550"/>
                <a:gd name="connsiteX10" fmla="*/ 52383 w 209550"/>
                <a:gd name="connsiteY10" fmla="*/ 7144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9550" h="209550">
                  <a:moveTo>
                    <a:pt x="52383" y="7144"/>
                  </a:moveTo>
                  <a:lnTo>
                    <a:pt x="115343" y="145828"/>
                  </a:lnTo>
                  <a:lnTo>
                    <a:pt x="173541" y="7144"/>
                  </a:lnTo>
                  <a:lnTo>
                    <a:pt x="203450" y="7144"/>
                  </a:lnTo>
                  <a:lnTo>
                    <a:pt x="121154" y="203359"/>
                  </a:lnTo>
                  <a:cubicBezTo>
                    <a:pt x="119200" y="207961"/>
                    <a:pt x="114722" y="210983"/>
                    <a:pt x="109724" y="211074"/>
                  </a:cubicBezTo>
                  <a:lnTo>
                    <a:pt x="96008" y="211074"/>
                  </a:lnTo>
                  <a:lnTo>
                    <a:pt x="7616" y="14669"/>
                  </a:lnTo>
                  <a:cubicBezTo>
                    <a:pt x="6406" y="11983"/>
                    <a:pt x="7602" y="8824"/>
                    <a:pt x="10288" y="7614"/>
                  </a:cubicBezTo>
                  <a:cubicBezTo>
                    <a:pt x="10975" y="7305"/>
                    <a:pt x="11720" y="7145"/>
                    <a:pt x="12473" y="7144"/>
                  </a:cubicBezTo>
                  <a:lnTo>
                    <a:pt x="52383" y="7144"/>
                  </a:lnTo>
                </a:path>
              </a:pathLst>
            </a:custGeom>
            <a:solidFill>
              <a:srgbClr val="000000"/>
            </a:solidFill>
            <a:ln w="9525" cap="flat">
              <a:noFill/>
              <a:prstDash val="solid"/>
              <a:miter/>
            </a:ln>
          </p:spPr>
          <p:txBody>
            <a:bodyPr rtlCol="0" anchor="ctr"/>
            <a:lstStyle/>
            <a:p>
              <a:endParaRPr lang="ja-JP" altLang="en-US"/>
            </a:p>
          </p:txBody>
        </p:sp>
        <p:sp>
          <p:nvSpPr>
            <p:cNvPr id="45" name="フリーフォーム: 図形 44">
              <a:extLst>
                <a:ext uri="{FF2B5EF4-FFF2-40B4-BE49-F238E27FC236}">
                  <a16:creationId xmlns:a16="http://schemas.microsoft.com/office/drawing/2014/main" id="{F89ED39A-FCF0-40EC-B729-2CAF8B0B051D}"/>
                </a:ext>
              </a:extLst>
            </p:cNvPr>
            <p:cNvSpPr/>
            <p:nvPr/>
          </p:nvSpPr>
          <p:spPr>
            <a:xfrm>
              <a:off x="4168553" y="3899598"/>
              <a:ext cx="57150" cy="228600"/>
            </a:xfrm>
            <a:custGeom>
              <a:avLst/>
              <a:gdLst>
                <a:gd name="connsiteX0" fmla="*/ 50197 w 57150"/>
                <a:gd name="connsiteY0" fmla="*/ 221552 h 228600"/>
                <a:gd name="connsiteX1" fmla="*/ 42101 w 57150"/>
                <a:gd name="connsiteY1" fmla="*/ 229838 h 228600"/>
                <a:gd name="connsiteX2" fmla="*/ 42005 w 57150"/>
                <a:gd name="connsiteY2" fmla="*/ 229838 h 228600"/>
                <a:gd name="connsiteX3" fmla="*/ 7144 w 57150"/>
                <a:gd name="connsiteY3" fmla="*/ 229838 h 228600"/>
                <a:gd name="connsiteX4" fmla="*/ 7144 w 57150"/>
                <a:gd name="connsiteY4" fmla="*/ 15431 h 228600"/>
                <a:gd name="connsiteX5" fmla="*/ 15430 w 57150"/>
                <a:gd name="connsiteY5" fmla="*/ 7144 h 228600"/>
                <a:gd name="connsiteX6" fmla="*/ 50197 w 57150"/>
                <a:gd name="connsiteY6" fmla="*/ 7144 h 228600"/>
                <a:gd name="connsiteX7" fmla="*/ 50197 w 57150"/>
                <a:gd name="connsiteY7" fmla="*/ 221552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228600">
                  <a:moveTo>
                    <a:pt x="50197" y="221552"/>
                  </a:moveTo>
                  <a:cubicBezTo>
                    <a:pt x="50249" y="226075"/>
                    <a:pt x="46625" y="229785"/>
                    <a:pt x="42101" y="229838"/>
                  </a:cubicBezTo>
                  <a:cubicBezTo>
                    <a:pt x="42069" y="229838"/>
                    <a:pt x="42037" y="229838"/>
                    <a:pt x="42005" y="229838"/>
                  </a:cubicBezTo>
                  <a:lnTo>
                    <a:pt x="7144" y="229838"/>
                  </a:lnTo>
                  <a:lnTo>
                    <a:pt x="7144" y="15431"/>
                  </a:lnTo>
                  <a:cubicBezTo>
                    <a:pt x="7195" y="10875"/>
                    <a:pt x="10875" y="7195"/>
                    <a:pt x="15430" y="7144"/>
                  </a:cubicBezTo>
                  <a:lnTo>
                    <a:pt x="50197" y="7144"/>
                  </a:lnTo>
                  <a:lnTo>
                    <a:pt x="50197" y="221552"/>
                  </a:lnTo>
                </a:path>
              </a:pathLst>
            </a:custGeom>
            <a:solidFill>
              <a:srgbClr val="000000"/>
            </a:solidFill>
            <a:ln w="9525" cap="flat">
              <a:noFill/>
              <a:prstDash val="solid"/>
              <a:miter/>
            </a:ln>
          </p:spPr>
          <p:txBody>
            <a:bodyPr rtlCol="0" anchor="ctr"/>
            <a:lstStyle/>
            <a:p>
              <a:endParaRPr lang="ja-JP" altLang="en-US"/>
            </a:p>
          </p:txBody>
        </p:sp>
        <p:sp>
          <p:nvSpPr>
            <p:cNvPr id="46" name="フリーフォーム: 図形 45">
              <a:extLst>
                <a:ext uri="{FF2B5EF4-FFF2-40B4-BE49-F238E27FC236}">
                  <a16:creationId xmlns:a16="http://schemas.microsoft.com/office/drawing/2014/main" id="{2276C0F2-EE3A-4528-AD38-02841E394ED4}"/>
                </a:ext>
              </a:extLst>
            </p:cNvPr>
            <p:cNvSpPr/>
            <p:nvPr/>
          </p:nvSpPr>
          <p:spPr>
            <a:xfrm>
              <a:off x="5410232" y="3921505"/>
              <a:ext cx="57150" cy="209550"/>
            </a:xfrm>
            <a:custGeom>
              <a:avLst/>
              <a:gdLst>
                <a:gd name="connsiteX0" fmla="*/ 7144 w 57150"/>
                <a:gd name="connsiteY0" fmla="*/ 15336 h 209550"/>
                <a:gd name="connsiteX1" fmla="*/ 15335 w 57150"/>
                <a:gd name="connsiteY1" fmla="*/ 7144 h 209550"/>
                <a:gd name="connsiteX2" fmla="*/ 15430 w 57150"/>
                <a:gd name="connsiteY2" fmla="*/ 7144 h 209550"/>
                <a:gd name="connsiteX3" fmla="*/ 53530 w 57150"/>
                <a:gd name="connsiteY3" fmla="*/ 7144 h 209550"/>
                <a:gd name="connsiteX4" fmla="*/ 53530 w 57150"/>
                <a:gd name="connsiteY4" fmla="*/ 199645 h 209550"/>
                <a:gd name="connsiteX5" fmla="*/ 45244 w 57150"/>
                <a:gd name="connsiteY5" fmla="*/ 207836 h 209550"/>
                <a:gd name="connsiteX6" fmla="*/ 7144 w 57150"/>
                <a:gd name="connsiteY6" fmla="*/ 207836 h 209550"/>
                <a:gd name="connsiteX7" fmla="*/ 7144 w 57150"/>
                <a:gd name="connsiteY7" fmla="*/ 15336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209550">
                  <a:moveTo>
                    <a:pt x="7144" y="15336"/>
                  </a:moveTo>
                  <a:cubicBezTo>
                    <a:pt x="7143" y="10812"/>
                    <a:pt x="10811" y="7144"/>
                    <a:pt x="15335" y="7144"/>
                  </a:cubicBezTo>
                  <a:cubicBezTo>
                    <a:pt x="15367" y="7144"/>
                    <a:pt x="15398" y="7144"/>
                    <a:pt x="15430" y="7144"/>
                  </a:cubicBezTo>
                  <a:lnTo>
                    <a:pt x="53530" y="7144"/>
                  </a:lnTo>
                  <a:lnTo>
                    <a:pt x="53530" y="199645"/>
                  </a:lnTo>
                  <a:cubicBezTo>
                    <a:pt x="53478" y="204184"/>
                    <a:pt x="49783" y="207836"/>
                    <a:pt x="45244" y="207836"/>
                  </a:cubicBezTo>
                  <a:lnTo>
                    <a:pt x="7144" y="207836"/>
                  </a:lnTo>
                  <a:lnTo>
                    <a:pt x="7144" y="15336"/>
                  </a:lnTo>
                </a:path>
              </a:pathLst>
            </a:custGeom>
            <a:solidFill>
              <a:srgbClr val="000000"/>
            </a:solidFill>
            <a:ln w="9525" cap="flat">
              <a:noFill/>
              <a:prstDash val="solid"/>
              <a:miter/>
            </a:ln>
          </p:spPr>
          <p:txBody>
            <a:bodyPr rtlCol="0" anchor="ctr"/>
            <a:lstStyle/>
            <a:p>
              <a:endParaRPr lang="ja-JP" altLang="en-US"/>
            </a:p>
          </p:txBody>
        </p:sp>
        <p:sp>
          <p:nvSpPr>
            <p:cNvPr id="47" name="フリーフォーム: 図形 46">
              <a:extLst>
                <a:ext uri="{FF2B5EF4-FFF2-40B4-BE49-F238E27FC236}">
                  <a16:creationId xmlns:a16="http://schemas.microsoft.com/office/drawing/2014/main" id="{2D3FAFC1-9640-412A-AF4A-15F4BC496DD1}"/>
                </a:ext>
              </a:extLst>
            </p:cNvPr>
            <p:cNvSpPr/>
            <p:nvPr/>
          </p:nvSpPr>
          <p:spPr>
            <a:xfrm>
              <a:off x="5989841" y="3968178"/>
              <a:ext cx="171450" cy="171450"/>
            </a:xfrm>
            <a:custGeom>
              <a:avLst/>
              <a:gdLst>
                <a:gd name="connsiteX0" fmla="*/ 49898 w 171450"/>
                <a:gd name="connsiteY0" fmla="*/ 7144 h 171450"/>
                <a:gd name="connsiteX1" fmla="*/ 91903 w 171450"/>
                <a:gd name="connsiteY1" fmla="*/ 102394 h 171450"/>
                <a:gd name="connsiteX2" fmla="*/ 134575 w 171450"/>
                <a:gd name="connsiteY2" fmla="*/ 7144 h 171450"/>
                <a:gd name="connsiteX3" fmla="*/ 164389 w 171450"/>
                <a:gd name="connsiteY3" fmla="*/ 7144 h 171450"/>
                <a:gd name="connsiteX4" fmla="*/ 96952 w 171450"/>
                <a:gd name="connsiteY4" fmla="*/ 157067 h 171450"/>
                <a:gd name="connsiteX5" fmla="*/ 85236 w 171450"/>
                <a:gd name="connsiteY5" fmla="*/ 164687 h 171450"/>
                <a:gd name="connsiteX6" fmla="*/ 73711 w 171450"/>
                <a:gd name="connsiteY6" fmla="*/ 164687 h 171450"/>
                <a:gd name="connsiteX7" fmla="*/ 7607 w 171450"/>
                <a:gd name="connsiteY7" fmla="*/ 14764 h 171450"/>
                <a:gd name="connsiteX8" fmla="*/ 10382 w 171450"/>
                <a:gd name="connsiteY8" fmla="*/ 7605 h 171450"/>
                <a:gd name="connsiteX9" fmla="*/ 12465 w 171450"/>
                <a:gd name="connsiteY9" fmla="*/ 7144 h 171450"/>
                <a:gd name="connsiteX10" fmla="*/ 49898 w 171450"/>
                <a:gd name="connsiteY10" fmla="*/ 714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450" h="171450">
                  <a:moveTo>
                    <a:pt x="49898" y="7144"/>
                  </a:moveTo>
                  <a:lnTo>
                    <a:pt x="91903" y="102394"/>
                  </a:lnTo>
                  <a:lnTo>
                    <a:pt x="134575" y="7144"/>
                  </a:lnTo>
                  <a:lnTo>
                    <a:pt x="164389" y="7144"/>
                  </a:lnTo>
                  <a:lnTo>
                    <a:pt x="96952" y="157067"/>
                  </a:lnTo>
                  <a:cubicBezTo>
                    <a:pt x="94888" y="161693"/>
                    <a:pt x="90301" y="164677"/>
                    <a:pt x="85236" y="164687"/>
                  </a:cubicBezTo>
                  <a:lnTo>
                    <a:pt x="73711" y="164687"/>
                  </a:lnTo>
                  <a:lnTo>
                    <a:pt x="7607" y="14764"/>
                  </a:lnTo>
                  <a:cubicBezTo>
                    <a:pt x="6397" y="12020"/>
                    <a:pt x="7639" y="8815"/>
                    <a:pt x="10382" y="7605"/>
                  </a:cubicBezTo>
                  <a:cubicBezTo>
                    <a:pt x="11039" y="7315"/>
                    <a:pt x="11747" y="7158"/>
                    <a:pt x="12465" y="7144"/>
                  </a:cubicBezTo>
                  <a:lnTo>
                    <a:pt x="49898" y="7144"/>
                  </a:lnTo>
                </a:path>
              </a:pathLst>
            </a:custGeom>
            <a:solidFill>
              <a:srgbClr val="000000"/>
            </a:solidFill>
            <a:ln w="9525" cap="flat">
              <a:noFill/>
              <a:prstDash val="solid"/>
              <a:miter/>
            </a:ln>
          </p:spPr>
          <p:txBody>
            <a:bodyPr rtlCol="0" anchor="ctr"/>
            <a:lstStyle/>
            <a:p>
              <a:endParaRPr lang="ja-JP" altLang="en-US"/>
            </a:p>
          </p:txBody>
        </p:sp>
        <p:sp>
          <p:nvSpPr>
            <p:cNvPr id="48" name="フリーフォーム: 図形 47">
              <a:extLst>
                <a:ext uri="{FF2B5EF4-FFF2-40B4-BE49-F238E27FC236}">
                  <a16:creationId xmlns:a16="http://schemas.microsoft.com/office/drawing/2014/main" id="{4E6FB265-608C-414A-81A8-899F4137E0B8}"/>
                </a:ext>
              </a:extLst>
            </p:cNvPr>
            <p:cNvSpPr/>
            <p:nvPr/>
          </p:nvSpPr>
          <p:spPr>
            <a:xfrm>
              <a:off x="6437026" y="3970941"/>
              <a:ext cx="57150" cy="161925"/>
            </a:xfrm>
            <a:custGeom>
              <a:avLst/>
              <a:gdLst>
                <a:gd name="connsiteX0" fmla="*/ 7144 w 57150"/>
                <a:gd name="connsiteY0" fmla="*/ 15526 h 161925"/>
                <a:gd name="connsiteX1" fmla="*/ 15335 w 57150"/>
                <a:gd name="connsiteY1" fmla="*/ 7144 h 161925"/>
                <a:gd name="connsiteX2" fmla="*/ 15336 w 57150"/>
                <a:gd name="connsiteY2" fmla="*/ 7144 h 161925"/>
                <a:gd name="connsiteX3" fmla="*/ 50483 w 57150"/>
                <a:gd name="connsiteY3" fmla="*/ 7144 h 161925"/>
                <a:gd name="connsiteX4" fmla="*/ 50483 w 57150"/>
                <a:gd name="connsiteY4" fmla="*/ 150019 h 161925"/>
                <a:gd name="connsiteX5" fmla="*/ 42196 w 57150"/>
                <a:gd name="connsiteY5" fmla="*/ 158306 h 161925"/>
                <a:gd name="connsiteX6" fmla="*/ 7144 w 57150"/>
                <a:gd name="connsiteY6" fmla="*/ 158305 h 161925"/>
                <a:gd name="connsiteX7" fmla="*/ 7144 w 57150"/>
                <a:gd name="connsiteY7" fmla="*/ 1543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161925">
                  <a:moveTo>
                    <a:pt x="7144" y="15526"/>
                  </a:moveTo>
                  <a:cubicBezTo>
                    <a:pt x="7091" y="10949"/>
                    <a:pt x="10758" y="7197"/>
                    <a:pt x="15335" y="7144"/>
                  </a:cubicBezTo>
                  <a:cubicBezTo>
                    <a:pt x="15335" y="7144"/>
                    <a:pt x="15336" y="7144"/>
                    <a:pt x="15336" y="7144"/>
                  </a:cubicBezTo>
                  <a:lnTo>
                    <a:pt x="50483" y="7144"/>
                  </a:lnTo>
                  <a:lnTo>
                    <a:pt x="50483" y="150019"/>
                  </a:lnTo>
                  <a:cubicBezTo>
                    <a:pt x="50483" y="154595"/>
                    <a:pt x="46773" y="158306"/>
                    <a:pt x="42196" y="158306"/>
                  </a:cubicBezTo>
                  <a:lnTo>
                    <a:pt x="7144" y="158305"/>
                  </a:lnTo>
                  <a:lnTo>
                    <a:pt x="7144" y="15430"/>
                  </a:lnTo>
                </a:path>
              </a:pathLst>
            </a:custGeom>
            <a:solidFill>
              <a:srgbClr val="000000"/>
            </a:solidFill>
            <a:ln w="9525" cap="flat">
              <a:noFill/>
              <a:prstDash val="solid"/>
              <a:miter/>
            </a:ln>
          </p:spPr>
          <p:txBody>
            <a:bodyPr rtlCol="0" anchor="ctr"/>
            <a:lstStyle/>
            <a:p>
              <a:endParaRPr lang="ja-JP" altLang="en-US"/>
            </a:p>
          </p:txBody>
        </p:sp>
        <p:sp>
          <p:nvSpPr>
            <p:cNvPr id="49" name="フリーフォーム: 図形 48">
              <a:extLst>
                <a:ext uri="{FF2B5EF4-FFF2-40B4-BE49-F238E27FC236}">
                  <a16:creationId xmlns:a16="http://schemas.microsoft.com/office/drawing/2014/main" id="{01FB6C5D-1539-4A12-ACC5-19DD5EFBDE99}"/>
                </a:ext>
              </a:extLst>
            </p:cNvPr>
            <p:cNvSpPr/>
            <p:nvPr/>
          </p:nvSpPr>
          <p:spPr>
            <a:xfrm>
              <a:off x="4773867" y="3967285"/>
              <a:ext cx="114300" cy="161925"/>
            </a:xfrm>
            <a:custGeom>
              <a:avLst/>
              <a:gdLst>
                <a:gd name="connsiteX0" fmla="*/ 88583 w 114300"/>
                <a:gd name="connsiteY0" fmla="*/ 7370 h 161925"/>
                <a:gd name="connsiteX1" fmla="*/ 50483 w 114300"/>
                <a:gd name="connsiteY1" fmla="*/ 23562 h 161925"/>
                <a:gd name="connsiteX2" fmla="*/ 50483 w 114300"/>
                <a:gd name="connsiteY2" fmla="*/ 10894 h 161925"/>
                <a:gd name="connsiteX3" fmla="*/ 15431 w 114300"/>
                <a:gd name="connsiteY3" fmla="*/ 10894 h 161925"/>
                <a:gd name="connsiteX4" fmla="*/ 7144 w 114300"/>
                <a:gd name="connsiteY4" fmla="*/ 19181 h 161925"/>
                <a:gd name="connsiteX5" fmla="*/ 7144 w 114300"/>
                <a:gd name="connsiteY5" fmla="*/ 162056 h 161925"/>
                <a:gd name="connsiteX6" fmla="*/ 42291 w 114300"/>
                <a:gd name="connsiteY6" fmla="*/ 162056 h 161925"/>
                <a:gd name="connsiteX7" fmla="*/ 50483 w 114300"/>
                <a:gd name="connsiteY7" fmla="*/ 153865 h 161925"/>
                <a:gd name="connsiteX8" fmla="*/ 50483 w 114300"/>
                <a:gd name="connsiteY8" fmla="*/ 153769 h 161925"/>
                <a:gd name="connsiteX9" fmla="*/ 50483 w 114300"/>
                <a:gd name="connsiteY9" fmla="*/ 51471 h 161925"/>
                <a:gd name="connsiteX10" fmla="*/ 114586 w 114300"/>
                <a:gd name="connsiteY10" fmla="*/ 48518 h 161925"/>
                <a:gd name="connsiteX11" fmla="*/ 114586 w 114300"/>
                <a:gd name="connsiteY11" fmla="*/ 14037 h 161925"/>
                <a:gd name="connsiteX12" fmla="*/ 88582 w 114300"/>
                <a:gd name="connsiteY12" fmla="*/ 737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300" h="161925">
                  <a:moveTo>
                    <a:pt x="88583" y="7370"/>
                  </a:moveTo>
                  <a:cubicBezTo>
                    <a:pt x="74453" y="8454"/>
                    <a:pt x="61069" y="14142"/>
                    <a:pt x="50483" y="23562"/>
                  </a:cubicBezTo>
                  <a:lnTo>
                    <a:pt x="50483" y="10894"/>
                  </a:lnTo>
                  <a:lnTo>
                    <a:pt x="15431" y="10894"/>
                  </a:lnTo>
                  <a:cubicBezTo>
                    <a:pt x="10854" y="10894"/>
                    <a:pt x="7144" y="14604"/>
                    <a:pt x="7144" y="19181"/>
                  </a:cubicBezTo>
                  <a:lnTo>
                    <a:pt x="7144" y="162056"/>
                  </a:lnTo>
                  <a:lnTo>
                    <a:pt x="42291" y="162056"/>
                  </a:lnTo>
                  <a:cubicBezTo>
                    <a:pt x="46815" y="162056"/>
                    <a:pt x="50483" y="158389"/>
                    <a:pt x="50483" y="153865"/>
                  </a:cubicBezTo>
                  <a:cubicBezTo>
                    <a:pt x="50483" y="153833"/>
                    <a:pt x="50483" y="153801"/>
                    <a:pt x="50483" y="153769"/>
                  </a:cubicBezTo>
                  <a:lnTo>
                    <a:pt x="50483" y="51471"/>
                  </a:lnTo>
                  <a:cubicBezTo>
                    <a:pt x="75819" y="26420"/>
                    <a:pt x="101536" y="38802"/>
                    <a:pt x="114586" y="48518"/>
                  </a:cubicBezTo>
                  <a:lnTo>
                    <a:pt x="114586" y="14037"/>
                  </a:lnTo>
                  <a:cubicBezTo>
                    <a:pt x="107014" y="8734"/>
                    <a:pt x="97772" y="6364"/>
                    <a:pt x="88582" y="7370"/>
                  </a:cubicBezTo>
                </a:path>
              </a:pathLst>
            </a:custGeom>
            <a:solidFill>
              <a:srgbClr val="000000"/>
            </a:solidFill>
            <a:ln w="9525" cap="flat">
              <a:noFill/>
              <a:prstDash val="solid"/>
              <a:miter/>
            </a:ln>
          </p:spPr>
          <p:txBody>
            <a:bodyPr rtlCol="0" anchor="ctr"/>
            <a:lstStyle/>
            <a:p>
              <a:endParaRPr lang="ja-JP" altLang="en-US"/>
            </a:p>
          </p:txBody>
        </p:sp>
        <p:sp>
          <p:nvSpPr>
            <p:cNvPr id="50" name="フリーフォーム: 図形 49">
              <a:extLst>
                <a:ext uri="{FF2B5EF4-FFF2-40B4-BE49-F238E27FC236}">
                  <a16:creationId xmlns:a16="http://schemas.microsoft.com/office/drawing/2014/main" id="{E80DA92D-C257-4BED-98B5-538C4E92E3D0}"/>
                </a:ext>
              </a:extLst>
            </p:cNvPr>
            <p:cNvSpPr/>
            <p:nvPr/>
          </p:nvSpPr>
          <p:spPr>
            <a:xfrm>
              <a:off x="4001199" y="3967512"/>
              <a:ext cx="142875" cy="171450"/>
            </a:xfrm>
            <a:custGeom>
              <a:avLst/>
              <a:gdLst>
                <a:gd name="connsiteX0" fmla="*/ 78676 w 142875"/>
                <a:gd name="connsiteY0" fmla="*/ 7144 h 171450"/>
                <a:gd name="connsiteX1" fmla="*/ 137731 w 142875"/>
                <a:gd name="connsiteY1" fmla="*/ 48387 h 171450"/>
                <a:gd name="connsiteX2" fmla="*/ 137731 w 142875"/>
                <a:gd name="connsiteY2" fmla="*/ 153162 h 171450"/>
                <a:gd name="connsiteX3" fmla="*/ 129349 w 142875"/>
                <a:gd name="connsiteY3" fmla="*/ 161449 h 171450"/>
                <a:gd name="connsiteX4" fmla="*/ 93631 w 142875"/>
                <a:gd name="connsiteY4" fmla="*/ 161449 h 171450"/>
                <a:gd name="connsiteX5" fmla="*/ 93631 w 142875"/>
                <a:gd name="connsiteY5" fmla="*/ 148971 h 171450"/>
                <a:gd name="connsiteX6" fmla="*/ 52197 w 142875"/>
                <a:gd name="connsiteY6" fmla="*/ 164878 h 171450"/>
                <a:gd name="connsiteX7" fmla="*/ 7144 w 142875"/>
                <a:gd name="connsiteY7" fmla="*/ 123444 h 171450"/>
                <a:gd name="connsiteX8" fmla="*/ 93536 w 142875"/>
                <a:gd name="connsiteY8" fmla="*/ 58293 h 171450"/>
                <a:gd name="connsiteX9" fmla="*/ 90869 w 142875"/>
                <a:gd name="connsiteY9" fmla="*/ 36576 h 171450"/>
                <a:gd name="connsiteX10" fmla="*/ 74295 w 142875"/>
                <a:gd name="connsiteY10" fmla="*/ 27051 h 171450"/>
                <a:gd name="connsiteX11" fmla="*/ 17907 w 142875"/>
                <a:gd name="connsiteY11" fmla="*/ 40957 h 171450"/>
                <a:gd name="connsiteX12" fmla="*/ 17907 w 142875"/>
                <a:gd name="connsiteY12" fmla="*/ 19621 h 171450"/>
                <a:gd name="connsiteX13" fmla="*/ 78676 w 142875"/>
                <a:gd name="connsiteY13" fmla="*/ 7144 h 171450"/>
                <a:gd name="connsiteX14" fmla="*/ 93631 w 142875"/>
                <a:gd name="connsiteY14" fmla="*/ 127444 h 171450"/>
                <a:gd name="connsiteX15" fmla="*/ 93631 w 142875"/>
                <a:gd name="connsiteY15" fmla="*/ 78105 h 171450"/>
                <a:gd name="connsiteX16" fmla="*/ 51149 w 142875"/>
                <a:gd name="connsiteY16" fmla="*/ 119539 h 171450"/>
                <a:gd name="connsiteX17" fmla="*/ 67723 w 142875"/>
                <a:gd name="connsiteY17" fmla="*/ 139827 h 171450"/>
                <a:gd name="connsiteX18" fmla="*/ 93631 w 142875"/>
                <a:gd name="connsiteY18" fmla="*/ 12744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2875" h="171450">
                  <a:moveTo>
                    <a:pt x="78676" y="7144"/>
                  </a:moveTo>
                  <a:cubicBezTo>
                    <a:pt x="126873" y="7144"/>
                    <a:pt x="137731" y="29527"/>
                    <a:pt x="137731" y="48387"/>
                  </a:cubicBezTo>
                  <a:lnTo>
                    <a:pt x="137731" y="153162"/>
                  </a:lnTo>
                  <a:cubicBezTo>
                    <a:pt x="137679" y="157754"/>
                    <a:pt x="133942" y="161449"/>
                    <a:pt x="129349" y="161449"/>
                  </a:cubicBezTo>
                  <a:lnTo>
                    <a:pt x="93631" y="161449"/>
                  </a:lnTo>
                  <a:lnTo>
                    <a:pt x="93631" y="148971"/>
                  </a:lnTo>
                  <a:cubicBezTo>
                    <a:pt x="82324" y="159316"/>
                    <a:pt x="67521" y="164998"/>
                    <a:pt x="52197" y="164878"/>
                  </a:cubicBezTo>
                  <a:cubicBezTo>
                    <a:pt x="42672" y="164878"/>
                    <a:pt x="7144" y="160972"/>
                    <a:pt x="7144" y="123444"/>
                  </a:cubicBezTo>
                  <a:cubicBezTo>
                    <a:pt x="7144" y="82867"/>
                    <a:pt x="57912" y="67818"/>
                    <a:pt x="93536" y="58293"/>
                  </a:cubicBezTo>
                  <a:cubicBezTo>
                    <a:pt x="93861" y="50956"/>
                    <a:pt x="92959" y="43616"/>
                    <a:pt x="90869" y="36576"/>
                  </a:cubicBezTo>
                  <a:cubicBezTo>
                    <a:pt x="88678" y="28956"/>
                    <a:pt x="78581" y="27051"/>
                    <a:pt x="74295" y="27051"/>
                  </a:cubicBezTo>
                  <a:cubicBezTo>
                    <a:pt x="54768" y="27937"/>
                    <a:pt x="35607" y="32663"/>
                    <a:pt x="17907" y="40957"/>
                  </a:cubicBezTo>
                  <a:lnTo>
                    <a:pt x="17907" y="19621"/>
                  </a:lnTo>
                  <a:cubicBezTo>
                    <a:pt x="37373" y="12263"/>
                    <a:pt x="57886" y="8051"/>
                    <a:pt x="78676" y="7144"/>
                  </a:cubicBezTo>
                  <a:moveTo>
                    <a:pt x="93631" y="127444"/>
                  </a:moveTo>
                  <a:cubicBezTo>
                    <a:pt x="93631" y="112395"/>
                    <a:pt x="93631" y="92678"/>
                    <a:pt x="93631" y="78105"/>
                  </a:cubicBezTo>
                  <a:cubicBezTo>
                    <a:pt x="63627" y="87630"/>
                    <a:pt x="51149" y="106680"/>
                    <a:pt x="51149" y="119539"/>
                  </a:cubicBezTo>
                  <a:cubicBezTo>
                    <a:pt x="50409" y="129630"/>
                    <a:pt x="57687" y="138539"/>
                    <a:pt x="67723" y="139827"/>
                  </a:cubicBezTo>
                  <a:cubicBezTo>
                    <a:pt x="77836" y="140053"/>
                    <a:pt x="87455" y="135456"/>
                    <a:pt x="93631" y="127444"/>
                  </a:cubicBezTo>
                </a:path>
              </a:pathLst>
            </a:custGeom>
            <a:solidFill>
              <a:srgbClr val="000000"/>
            </a:solidFill>
            <a:ln w="9525" cap="flat">
              <a:noFill/>
              <a:prstDash val="solid"/>
              <a:miter/>
            </a:ln>
          </p:spPr>
          <p:txBody>
            <a:bodyPr rtlCol="0" anchor="ctr"/>
            <a:lstStyle/>
            <a:p>
              <a:endParaRPr lang="ja-JP" altLang="en-US"/>
            </a:p>
          </p:txBody>
        </p:sp>
        <p:sp>
          <p:nvSpPr>
            <p:cNvPr id="51" name="フリーフォーム: 図形 50">
              <a:extLst>
                <a:ext uri="{FF2B5EF4-FFF2-40B4-BE49-F238E27FC236}">
                  <a16:creationId xmlns:a16="http://schemas.microsoft.com/office/drawing/2014/main" id="{82179B88-AE7D-4435-9D3C-6D68ED426503}"/>
                </a:ext>
              </a:extLst>
            </p:cNvPr>
            <p:cNvSpPr/>
            <p:nvPr/>
          </p:nvSpPr>
          <p:spPr>
            <a:xfrm>
              <a:off x="4644231" y="3908456"/>
              <a:ext cx="133350" cy="219075"/>
            </a:xfrm>
            <a:custGeom>
              <a:avLst/>
              <a:gdLst>
                <a:gd name="connsiteX0" fmla="*/ 98584 w 133350"/>
                <a:gd name="connsiteY0" fmla="*/ 26385 h 219075"/>
                <a:gd name="connsiteX1" fmla="*/ 128302 w 133350"/>
                <a:gd name="connsiteY1" fmla="*/ 30480 h 219075"/>
                <a:gd name="connsiteX2" fmla="*/ 128302 w 133350"/>
                <a:gd name="connsiteY2" fmla="*/ 11430 h 219075"/>
                <a:gd name="connsiteX3" fmla="*/ 94583 w 133350"/>
                <a:gd name="connsiteY3" fmla="*/ 7144 h 219075"/>
                <a:gd name="connsiteX4" fmla="*/ 35719 w 133350"/>
                <a:gd name="connsiteY4" fmla="*/ 50292 h 219075"/>
                <a:gd name="connsiteX5" fmla="*/ 35719 w 133350"/>
                <a:gd name="connsiteY5" fmla="*/ 70009 h 219075"/>
                <a:gd name="connsiteX6" fmla="*/ 7144 w 133350"/>
                <a:gd name="connsiteY6" fmla="*/ 70009 h 219075"/>
                <a:gd name="connsiteX7" fmla="*/ 7144 w 133350"/>
                <a:gd name="connsiteY7" fmla="*/ 89059 h 219075"/>
                <a:gd name="connsiteX8" fmla="*/ 35719 w 133350"/>
                <a:gd name="connsiteY8" fmla="*/ 89059 h 219075"/>
                <a:gd name="connsiteX9" fmla="*/ 35719 w 133350"/>
                <a:gd name="connsiteY9" fmla="*/ 220980 h 219075"/>
                <a:gd name="connsiteX10" fmla="*/ 70771 w 133350"/>
                <a:gd name="connsiteY10" fmla="*/ 220980 h 219075"/>
                <a:gd name="connsiteX11" fmla="*/ 78962 w 133350"/>
                <a:gd name="connsiteY11" fmla="*/ 212693 h 219075"/>
                <a:gd name="connsiteX12" fmla="*/ 78962 w 133350"/>
                <a:gd name="connsiteY12" fmla="*/ 88202 h 219075"/>
                <a:gd name="connsiteX13" fmla="*/ 114681 w 133350"/>
                <a:gd name="connsiteY13" fmla="*/ 88202 h 219075"/>
                <a:gd name="connsiteX14" fmla="*/ 114681 w 133350"/>
                <a:gd name="connsiteY14" fmla="*/ 69152 h 219075"/>
                <a:gd name="connsiteX15" fmla="*/ 78962 w 133350"/>
                <a:gd name="connsiteY15" fmla="*/ 69152 h 219075"/>
                <a:gd name="connsiteX16" fmla="*/ 78962 w 133350"/>
                <a:gd name="connsiteY16" fmla="*/ 59627 h 219075"/>
                <a:gd name="connsiteX17" fmla="*/ 81725 w 133350"/>
                <a:gd name="connsiteY17" fmla="*/ 38005 h 219075"/>
                <a:gd name="connsiteX18" fmla="*/ 98584 w 133350"/>
                <a:gd name="connsiteY18" fmla="*/ 26385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350" h="219075">
                  <a:moveTo>
                    <a:pt x="98584" y="26385"/>
                  </a:moveTo>
                  <a:cubicBezTo>
                    <a:pt x="108659" y="25864"/>
                    <a:pt x="118743" y="27254"/>
                    <a:pt x="128302" y="30480"/>
                  </a:cubicBezTo>
                  <a:lnTo>
                    <a:pt x="128302" y="11430"/>
                  </a:lnTo>
                  <a:cubicBezTo>
                    <a:pt x="117293" y="8561"/>
                    <a:pt x="105960" y="7120"/>
                    <a:pt x="94583" y="7144"/>
                  </a:cubicBezTo>
                  <a:cubicBezTo>
                    <a:pt x="76390" y="7144"/>
                    <a:pt x="35719" y="14288"/>
                    <a:pt x="35719" y="50292"/>
                  </a:cubicBezTo>
                  <a:lnTo>
                    <a:pt x="35719" y="70009"/>
                  </a:lnTo>
                  <a:lnTo>
                    <a:pt x="7144" y="70009"/>
                  </a:lnTo>
                  <a:lnTo>
                    <a:pt x="7144" y="89059"/>
                  </a:lnTo>
                  <a:lnTo>
                    <a:pt x="35719" y="89059"/>
                  </a:lnTo>
                  <a:lnTo>
                    <a:pt x="35719" y="220980"/>
                  </a:lnTo>
                  <a:lnTo>
                    <a:pt x="70771" y="220980"/>
                  </a:lnTo>
                  <a:cubicBezTo>
                    <a:pt x="75310" y="220928"/>
                    <a:pt x="78963" y="217233"/>
                    <a:pt x="78962" y="212693"/>
                  </a:cubicBezTo>
                  <a:lnTo>
                    <a:pt x="78962" y="88202"/>
                  </a:lnTo>
                  <a:lnTo>
                    <a:pt x="114681" y="88202"/>
                  </a:lnTo>
                  <a:lnTo>
                    <a:pt x="114681" y="69152"/>
                  </a:lnTo>
                  <a:lnTo>
                    <a:pt x="78962" y="69152"/>
                  </a:lnTo>
                  <a:lnTo>
                    <a:pt x="78962" y="59627"/>
                  </a:lnTo>
                  <a:cubicBezTo>
                    <a:pt x="78220" y="52303"/>
                    <a:pt x="79165" y="44907"/>
                    <a:pt x="81725" y="38005"/>
                  </a:cubicBezTo>
                  <a:cubicBezTo>
                    <a:pt x="85102" y="31604"/>
                    <a:pt x="91400" y="27264"/>
                    <a:pt x="98584" y="26385"/>
                  </a:cubicBezTo>
                </a:path>
              </a:pathLst>
            </a:custGeom>
            <a:solidFill>
              <a:srgbClr val="000000"/>
            </a:solidFill>
            <a:ln w="9525" cap="flat">
              <a:noFill/>
              <a:prstDash val="solid"/>
              <a:miter/>
            </a:ln>
          </p:spPr>
          <p:txBody>
            <a:bodyPr rtlCol="0" anchor="ctr"/>
            <a:lstStyle/>
            <a:p>
              <a:endParaRPr lang="ja-JP" altLang="en-US"/>
            </a:p>
          </p:txBody>
        </p:sp>
        <p:sp>
          <p:nvSpPr>
            <p:cNvPr id="52" name="フリーフォーム: 図形 51">
              <a:extLst>
                <a:ext uri="{FF2B5EF4-FFF2-40B4-BE49-F238E27FC236}">
                  <a16:creationId xmlns:a16="http://schemas.microsoft.com/office/drawing/2014/main" id="{3C56F452-025C-4153-8BD0-C2774E7E36B6}"/>
                </a:ext>
              </a:extLst>
            </p:cNvPr>
            <p:cNvSpPr/>
            <p:nvPr/>
          </p:nvSpPr>
          <p:spPr>
            <a:xfrm>
              <a:off x="4406106" y="3968363"/>
              <a:ext cx="152400" cy="171450"/>
            </a:xfrm>
            <a:custGeom>
              <a:avLst/>
              <a:gdLst>
                <a:gd name="connsiteX0" fmla="*/ 81058 w 152400"/>
                <a:gd name="connsiteY0" fmla="*/ 164693 h 171450"/>
                <a:gd name="connsiteX1" fmla="*/ 7144 w 152400"/>
                <a:gd name="connsiteY1" fmla="*/ 90207 h 171450"/>
                <a:gd name="connsiteX2" fmla="*/ 82391 w 152400"/>
                <a:gd name="connsiteY2" fmla="*/ 7149 h 171450"/>
                <a:gd name="connsiteX3" fmla="*/ 149066 w 152400"/>
                <a:gd name="connsiteY3" fmla="*/ 82492 h 171450"/>
                <a:gd name="connsiteX4" fmla="*/ 50102 w 152400"/>
                <a:gd name="connsiteY4" fmla="*/ 82492 h 171450"/>
                <a:gd name="connsiteX5" fmla="*/ 88202 w 152400"/>
                <a:gd name="connsiteY5" fmla="*/ 134594 h 171450"/>
                <a:gd name="connsiteX6" fmla="*/ 129445 w 152400"/>
                <a:gd name="connsiteY6" fmla="*/ 103066 h 171450"/>
                <a:gd name="connsiteX7" fmla="*/ 151829 w 152400"/>
                <a:gd name="connsiteY7" fmla="*/ 103066 h 171450"/>
                <a:gd name="connsiteX8" fmla="*/ 132779 w 152400"/>
                <a:gd name="connsiteY8" fmla="*/ 139832 h 171450"/>
                <a:gd name="connsiteX9" fmla="*/ 81058 w 152400"/>
                <a:gd name="connsiteY9" fmla="*/ 164693 h 171450"/>
                <a:gd name="connsiteX10" fmla="*/ 99536 w 152400"/>
                <a:gd name="connsiteY10" fmla="*/ 66680 h 171450"/>
                <a:gd name="connsiteX11" fmla="*/ 73628 w 152400"/>
                <a:gd name="connsiteY11" fmla="*/ 25628 h 171450"/>
                <a:gd name="connsiteX12" fmla="*/ 50387 w 152400"/>
                <a:gd name="connsiteY12" fmla="*/ 6668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2400" h="171450">
                  <a:moveTo>
                    <a:pt x="81058" y="164693"/>
                  </a:moveTo>
                  <a:cubicBezTo>
                    <a:pt x="40295" y="164022"/>
                    <a:pt x="7500" y="130974"/>
                    <a:pt x="7144" y="90207"/>
                  </a:cubicBezTo>
                  <a:cubicBezTo>
                    <a:pt x="7144" y="37820"/>
                    <a:pt x="40577" y="6673"/>
                    <a:pt x="82391" y="7149"/>
                  </a:cubicBezTo>
                  <a:cubicBezTo>
                    <a:pt x="127635" y="7721"/>
                    <a:pt x="150781" y="39439"/>
                    <a:pt x="149066" y="82492"/>
                  </a:cubicBezTo>
                  <a:lnTo>
                    <a:pt x="50102" y="82492"/>
                  </a:lnTo>
                  <a:cubicBezTo>
                    <a:pt x="50102" y="102971"/>
                    <a:pt x="54959" y="134594"/>
                    <a:pt x="88202" y="134594"/>
                  </a:cubicBezTo>
                  <a:cubicBezTo>
                    <a:pt x="107084" y="133456"/>
                    <a:pt x="123393" y="120988"/>
                    <a:pt x="129445" y="103066"/>
                  </a:cubicBezTo>
                  <a:lnTo>
                    <a:pt x="151829" y="103066"/>
                  </a:lnTo>
                  <a:cubicBezTo>
                    <a:pt x="149763" y="117105"/>
                    <a:pt x="143056" y="130048"/>
                    <a:pt x="132779" y="139832"/>
                  </a:cubicBezTo>
                  <a:cubicBezTo>
                    <a:pt x="119370" y="154453"/>
                    <a:pt x="100851" y="163355"/>
                    <a:pt x="81058" y="164693"/>
                  </a:cubicBezTo>
                  <a:moveTo>
                    <a:pt x="99536" y="66680"/>
                  </a:moveTo>
                  <a:cubicBezTo>
                    <a:pt x="98869" y="34581"/>
                    <a:pt x="86773" y="25628"/>
                    <a:pt x="73628" y="25628"/>
                  </a:cubicBezTo>
                  <a:cubicBezTo>
                    <a:pt x="53340" y="25628"/>
                    <a:pt x="50578" y="53536"/>
                    <a:pt x="50387" y="66680"/>
                  </a:cubicBezTo>
                  <a:close/>
                </a:path>
              </a:pathLst>
            </a:custGeom>
            <a:solidFill>
              <a:srgbClr val="000000"/>
            </a:solidFill>
            <a:ln w="9525" cap="flat">
              <a:noFill/>
              <a:prstDash val="solid"/>
              <a:miter/>
            </a:ln>
          </p:spPr>
          <p:txBody>
            <a:bodyPr rtlCol="0" anchor="ctr"/>
            <a:lstStyle/>
            <a:p>
              <a:endParaRPr lang="ja-JP" altLang="en-US"/>
            </a:p>
          </p:txBody>
        </p:sp>
        <p:sp>
          <p:nvSpPr>
            <p:cNvPr id="53" name="フリーフォーム: 図形 52">
              <a:extLst>
                <a:ext uri="{FF2B5EF4-FFF2-40B4-BE49-F238E27FC236}">
                  <a16:creationId xmlns:a16="http://schemas.microsoft.com/office/drawing/2014/main" id="{894F6CBE-6CB4-4900-AB69-9F2B50450850}"/>
                </a:ext>
              </a:extLst>
            </p:cNvPr>
            <p:cNvSpPr/>
            <p:nvPr/>
          </p:nvSpPr>
          <p:spPr>
            <a:xfrm>
              <a:off x="4891263" y="3967898"/>
              <a:ext cx="161925" cy="161925"/>
            </a:xfrm>
            <a:custGeom>
              <a:avLst/>
              <a:gdLst>
                <a:gd name="connsiteX0" fmla="*/ 164258 w 161925"/>
                <a:gd name="connsiteY0" fmla="*/ 82958 h 161925"/>
                <a:gd name="connsiteX1" fmla="*/ 85594 w 161925"/>
                <a:gd name="connsiteY1" fmla="*/ 164292 h 161925"/>
                <a:gd name="connsiteX2" fmla="*/ 84819 w 161925"/>
                <a:gd name="connsiteY2" fmla="*/ 164301 h 161925"/>
                <a:gd name="connsiteX3" fmla="*/ 7149 w 161925"/>
                <a:gd name="connsiteY3" fmla="*/ 84819 h 161925"/>
                <a:gd name="connsiteX4" fmla="*/ 86631 w 161925"/>
                <a:gd name="connsiteY4" fmla="*/ 7149 h 161925"/>
                <a:gd name="connsiteX5" fmla="*/ 164258 w 161925"/>
                <a:gd name="connsiteY5" fmla="*/ 82958 h 161925"/>
                <a:gd name="connsiteX6" fmla="*/ 78533 w 161925"/>
                <a:gd name="connsiteY6" fmla="*/ 25331 h 161925"/>
                <a:gd name="connsiteX7" fmla="*/ 54815 w 161925"/>
                <a:gd name="connsiteY7" fmla="*/ 102103 h 161925"/>
                <a:gd name="connsiteX8" fmla="*/ 89867 w 161925"/>
                <a:gd name="connsiteY8" fmla="*/ 145918 h 161925"/>
                <a:gd name="connsiteX9" fmla="*/ 117299 w 161925"/>
                <a:gd name="connsiteY9" fmla="*/ 96007 h 161925"/>
                <a:gd name="connsiteX10" fmla="*/ 78533 w 161925"/>
                <a:gd name="connsiteY10" fmla="*/ 25331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925" h="161925">
                  <a:moveTo>
                    <a:pt x="164258" y="82958"/>
                  </a:moveTo>
                  <a:cubicBezTo>
                    <a:pt x="164995" y="127140"/>
                    <a:pt x="129776" y="163554"/>
                    <a:pt x="85594" y="164292"/>
                  </a:cubicBezTo>
                  <a:cubicBezTo>
                    <a:pt x="85336" y="164296"/>
                    <a:pt x="85078" y="164299"/>
                    <a:pt x="84819" y="164301"/>
                  </a:cubicBezTo>
                  <a:cubicBezTo>
                    <a:pt x="41423" y="163801"/>
                    <a:pt x="6649" y="128215"/>
                    <a:pt x="7149" y="84819"/>
                  </a:cubicBezTo>
                  <a:cubicBezTo>
                    <a:pt x="7649" y="41423"/>
                    <a:pt x="43235" y="6649"/>
                    <a:pt x="86631" y="7149"/>
                  </a:cubicBezTo>
                  <a:cubicBezTo>
                    <a:pt x="128600" y="7633"/>
                    <a:pt x="162779" y="41012"/>
                    <a:pt x="164258" y="82958"/>
                  </a:cubicBezTo>
                  <a:moveTo>
                    <a:pt x="78533" y="25331"/>
                  </a:moveTo>
                  <a:cubicBezTo>
                    <a:pt x="63864" y="27713"/>
                    <a:pt x="45481" y="50287"/>
                    <a:pt x="54815" y="102103"/>
                  </a:cubicBezTo>
                  <a:cubicBezTo>
                    <a:pt x="61102" y="136012"/>
                    <a:pt x="77104" y="145918"/>
                    <a:pt x="89867" y="145918"/>
                  </a:cubicBezTo>
                  <a:cubicBezTo>
                    <a:pt x="102631" y="145918"/>
                    <a:pt x="117299" y="127439"/>
                    <a:pt x="117299" y="96007"/>
                  </a:cubicBezTo>
                  <a:cubicBezTo>
                    <a:pt x="117299" y="32380"/>
                    <a:pt x="90058" y="23331"/>
                    <a:pt x="78533" y="25331"/>
                  </a:cubicBezTo>
                </a:path>
              </a:pathLst>
            </a:custGeom>
            <a:solidFill>
              <a:srgbClr val="000000"/>
            </a:solidFill>
            <a:ln w="9525" cap="flat">
              <a:noFill/>
              <a:prstDash val="solid"/>
              <a:miter/>
            </a:ln>
          </p:spPr>
          <p:txBody>
            <a:bodyPr rtlCol="0" anchor="ctr"/>
            <a:lstStyle/>
            <a:p>
              <a:endParaRPr lang="ja-JP" altLang="en-US"/>
            </a:p>
          </p:txBody>
        </p:sp>
        <p:sp>
          <p:nvSpPr>
            <p:cNvPr id="54" name="フリーフォーム: 図形 53">
              <a:extLst>
                <a:ext uri="{FF2B5EF4-FFF2-40B4-BE49-F238E27FC236}">
                  <a16:creationId xmlns:a16="http://schemas.microsoft.com/office/drawing/2014/main" id="{BF288854-E4A1-4AF8-9BF7-1329E278B0BB}"/>
                </a:ext>
              </a:extLst>
            </p:cNvPr>
            <p:cNvSpPr/>
            <p:nvPr/>
          </p:nvSpPr>
          <p:spPr>
            <a:xfrm>
              <a:off x="5823856" y="3967898"/>
              <a:ext cx="171450" cy="161925"/>
            </a:xfrm>
            <a:custGeom>
              <a:avLst/>
              <a:gdLst>
                <a:gd name="connsiteX0" fmla="*/ 164353 w 171450"/>
                <a:gd name="connsiteY0" fmla="*/ 82958 h 161925"/>
                <a:gd name="connsiteX1" fmla="*/ 85689 w 171450"/>
                <a:gd name="connsiteY1" fmla="*/ 164291 h 161925"/>
                <a:gd name="connsiteX2" fmla="*/ 84819 w 171450"/>
                <a:gd name="connsiteY2" fmla="*/ 164301 h 161925"/>
                <a:gd name="connsiteX3" fmla="*/ 7149 w 171450"/>
                <a:gd name="connsiteY3" fmla="*/ 84819 h 161925"/>
                <a:gd name="connsiteX4" fmla="*/ 86631 w 171450"/>
                <a:gd name="connsiteY4" fmla="*/ 7149 h 161925"/>
                <a:gd name="connsiteX5" fmla="*/ 164258 w 171450"/>
                <a:gd name="connsiteY5" fmla="*/ 82958 h 161925"/>
                <a:gd name="connsiteX6" fmla="*/ 78532 w 171450"/>
                <a:gd name="connsiteY6" fmla="*/ 25331 h 161925"/>
                <a:gd name="connsiteX7" fmla="*/ 54910 w 171450"/>
                <a:gd name="connsiteY7" fmla="*/ 102103 h 161925"/>
                <a:gd name="connsiteX8" fmla="*/ 89867 w 171450"/>
                <a:gd name="connsiteY8" fmla="*/ 145918 h 161925"/>
                <a:gd name="connsiteX9" fmla="*/ 117204 w 171450"/>
                <a:gd name="connsiteY9" fmla="*/ 96007 h 161925"/>
                <a:gd name="connsiteX10" fmla="*/ 78532 w 171450"/>
                <a:gd name="connsiteY10" fmla="*/ 25331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450" h="161925">
                  <a:moveTo>
                    <a:pt x="164353" y="82958"/>
                  </a:moveTo>
                  <a:cubicBezTo>
                    <a:pt x="165090" y="127140"/>
                    <a:pt x="129871" y="163554"/>
                    <a:pt x="85689" y="164291"/>
                  </a:cubicBezTo>
                  <a:cubicBezTo>
                    <a:pt x="85399" y="164296"/>
                    <a:pt x="85109" y="164299"/>
                    <a:pt x="84819" y="164301"/>
                  </a:cubicBezTo>
                  <a:cubicBezTo>
                    <a:pt x="41423" y="163801"/>
                    <a:pt x="6649" y="128215"/>
                    <a:pt x="7149" y="84819"/>
                  </a:cubicBezTo>
                  <a:cubicBezTo>
                    <a:pt x="7649" y="41423"/>
                    <a:pt x="43235" y="6649"/>
                    <a:pt x="86631" y="7149"/>
                  </a:cubicBezTo>
                  <a:cubicBezTo>
                    <a:pt x="128600" y="7633"/>
                    <a:pt x="162780" y="41012"/>
                    <a:pt x="164258" y="82958"/>
                  </a:cubicBezTo>
                  <a:moveTo>
                    <a:pt x="78532" y="25331"/>
                  </a:moveTo>
                  <a:cubicBezTo>
                    <a:pt x="63864" y="27713"/>
                    <a:pt x="45481" y="50287"/>
                    <a:pt x="54910" y="102103"/>
                  </a:cubicBezTo>
                  <a:cubicBezTo>
                    <a:pt x="61006" y="136012"/>
                    <a:pt x="77008" y="145918"/>
                    <a:pt x="89867" y="145918"/>
                  </a:cubicBezTo>
                  <a:cubicBezTo>
                    <a:pt x="102726" y="145918"/>
                    <a:pt x="117204" y="127439"/>
                    <a:pt x="117204" y="96007"/>
                  </a:cubicBezTo>
                  <a:cubicBezTo>
                    <a:pt x="117204" y="32380"/>
                    <a:pt x="90058" y="23331"/>
                    <a:pt x="78532" y="25331"/>
                  </a:cubicBezTo>
                </a:path>
              </a:pathLst>
            </a:custGeom>
            <a:solidFill>
              <a:srgbClr val="000000"/>
            </a:solidFill>
            <a:ln w="9525" cap="flat">
              <a:noFill/>
              <a:prstDash val="solid"/>
              <a:miter/>
            </a:ln>
          </p:spPr>
          <p:txBody>
            <a:bodyPr rtlCol="0" anchor="ctr"/>
            <a:lstStyle/>
            <a:p>
              <a:endParaRPr lang="ja-JP" altLang="en-US"/>
            </a:p>
          </p:txBody>
        </p:sp>
        <p:sp>
          <p:nvSpPr>
            <p:cNvPr id="55" name="フリーフォーム: 図形 54">
              <a:extLst>
                <a:ext uri="{FF2B5EF4-FFF2-40B4-BE49-F238E27FC236}">
                  <a16:creationId xmlns:a16="http://schemas.microsoft.com/office/drawing/2014/main" id="{95C385E1-2E00-4FCB-BB49-2CB0F9C8241A}"/>
                </a:ext>
              </a:extLst>
            </p:cNvPr>
            <p:cNvSpPr/>
            <p:nvPr/>
          </p:nvSpPr>
          <p:spPr>
            <a:xfrm>
              <a:off x="6511465" y="3967897"/>
              <a:ext cx="161925" cy="161925"/>
            </a:xfrm>
            <a:custGeom>
              <a:avLst/>
              <a:gdLst>
                <a:gd name="connsiteX0" fmla="*/ 164258 w 161925"/>
                <a:gd name="connsiteY0" fmla="*/ 82959 h 161925"/>
                <a:gd name="connsiteX1" fmla="*/ 85787 w 161925"/>
                <a:gd name="connsiteY1" fmla="*/ 164291 h 161925"/>
                <a:gd name="connsiteX2" fmla="*/ 84914 w 161925"/>
                <a:gd name="connsiteY2" fmla="*/ 164302 h 161925"/>
                <a:gd name="connsiteX3" fmla="*/ 7148 w 161925"/>
                <a:gd name="connsiteY3" fmla="*/ 84914 h 161925"/>
                <a:gd name="connsiteX4" fmla="*/ 86536 w 161925"/>
                <a:gd name="connsiteY4" fmla="*/ 7148 h 161925"/>
                <a:gd name="connsiteX5" fmla="*/ 164258 w 161925"/>
                <a:gd name="connsiteY5" fmla="*/ 82959 h 161925"/>
                <a:gd name="connsiteX6" fmla="*/ 78533 w 161925"/>
                <a:gd name="connsiteY6" fmla="*/ 25332 h 161925"/>
                <a:gd name="connsiteX7" fmla="*/ 55006 w 161925"/>
                <a:gd name="connsiteY7" fmla="*/ 102104 h 161925"/>
                <a:gd name="connsiteX8" fmla="*/ 89963 w 161925"/>
                <a:gd name="connsiteY8" fmla="*/ 145919 h 161925"/>
                <a:gd name="connsiteX9" fmla="*/ 117300 w 161925"/>
                <a:gd name="connsiteY9" fmla="*/ 96008 h 161925"/>
                <a:gd name="connsiteX10" fmla="*/ 78533 w 161925"/>
                <a:gd name="connsiteY10" fmla="*/ 25332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925" h="161925">
                  <a:moveTo>
                    <a:pt x="164258" y="82959"/>
                  </a:moveTo>
                  <a:cubicBezTo>
                    <a:pt x="165048" y="127087"/>
                    <a:pt x="129915" y="163501"/>
                    <a:pt x="85787" y="164291"/>
                  </a:cubicBezTo>
                  <a:cubicBezTo>
                    <a:pt x="85496" y="164297"/>
                    <a:pt x="85205" y="164300"/>
                    <a:pt x="84914" y="164302"/>
                  </a:cubicBezTo>
                  <a:cubicBezTo>
                    <a:pt x="41517" y="163854"/>
                    <a:pt x="6700" y="128311"/>
                    <a:pt x="7148" y="84914"/>
                  </a:cubicBezTo>
                  <a:cubicBezTo>
                    <a:pt x="7596" y="41517"/>
                    <a:pt x="43139" y="6700"/>
                    <a:pt x="86536" y="7148"/>
                  </a:cubicBezTo>
                  <a:cubicBezTo>
                    <a:pt x="128542" y="7581"/>
                    <a:pt x="162779" y="40976"/>
                    <a:pt x="164258" y="82959"/>
                  </a:cubicBezTo>
                  <a:moveTo>
                    <a:pt x="78533" y="25332"/>
                  </a:moveTo>
                  <a:cubicBezTo>
                    <a:pt x="63960" y="27714"/>
                    <a:pt x="45576" y="50288"/>
                    <a:pt x="55006" y="102104"/>
                  </a:cubicBezTo>
                  <a:cubicBezTo>
                    <a:pt x="61102" y="136013"/>
                    <a:pt x="77104" y="145919"/>
                    <a:pt x="89963" y="145919"/>
                  </a:cubicBezTo>
                  <a:cubicBezTo>
                    <a:pt x="102822" y="145919"/>
                    <a:pt x="117300" y="127440"/>
                    <a:pt x="117300" y="96008"/>
                  </a:cubicBezTo>
                  <a:cubicBezTo>
                    <a:pt x="117300" y="32381"/>
                    <a:pt x="90058" y="23332"/>
                    <a:pt x="78533" y="25332"/>
                  </a:cubicBezTo>
                </a:path>
              </a:pathLst>
            </a:custGeom>
            <a:solidFill>
              <a:srgbClr val="000000"/>
            </a:solidFill>
            <a:ln w="9525" cap="flat">
              <a:noFill/>
              <a:prstDash val="solid"/>
              <a:miter/>
            </a:ln>
          </p:spPr>
          <p:txBody>
            <a:bodyPr rtlCol="0" anchor="ctr"/>
            <a:lstStyle/>
            <a:p>
              <a:endParaRPr lang="ja-JP" altLang="en-US"/>
            </a:p>
          </p:txBody>
        </p:sp>
        <p:sp>
          <p:nvSpPr>
            <p:cNvPr id="56" name="フリーフォーム: 図形 55">
              <a:extLst>
                <a:ext uri="{FF2B5EF4-FFF2-40B4-BE49-F238E27FC236}">
                  <a16:creationId xmlns:a16="http://schemas.microsoft.com/office/drawing/2014/main" id="{D27FD6FE-310D-4B66-A763-22D44AFE879D}"/>
                </a:ext>
              </a:extLst>
            </p:cNvPr>
            <p:cNvSpPr/>
            <p:nvPr/>
          </p:nvSpPr>
          <p:spPr>
            <a:xfrm>
              <a:off x="6435122" y="3909409"/>
              <a:ext cx="57150" cy="57150"/>
            </a:xfrm>
            <a:custGeom>
              <a:avLst/>
              <a:gdLst>
                <a:gd name="connsiteX0" fmla="*/ 54578 w 57150"/>
                <a:gd name="connsiteY0" fmla="*/ 30956 h 57150"/>
                <a:gd name="connsiteX1" fmla="*/ 30765 w 57150"/>
                <a:gd name="connsiteY1" fmla="*/ 54578 h 57150"/>
                <a:gd name="connsiteX2" fmla="*/ 7144 w 57150"/>
                <a:gd name="connsiteY2" fmla="*/ 30766 h 57150"/>
                <a:gd name="connsiteX3" fmla="*/ 30956 w 57150"/>
                <a:gd name="connsiteY3" fmla="*/ 7144 h 57150"/>
                <a:gd name="connsiteX4" fmla="*/ 54578 w 57150"/>
                <a:gd name="connsiteY4" fmla="*/ 30956 h 57150"/>
                <a:gd name="connsiteX5" fmla="*/ 54578 w 57150"/>
                <a:gd name="connsiteY5" fmla="*/ 30956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50" h="57150">
                  <a:moveTo>
                    <a:pt x="54578" y="30956"/>
                  </a:moveTo>
                  <a:cubicBezTo>
                    <a:pt x="54525" y="44055"/>
                    <a:pt x="43864" y="54631"/>
                    <a:pt x="30765" y="54578"/>
                  </a:cubicBezTo>
                  <a:cubicBezTo>
                    <a:pt x="17667" y="54525"/>
                    <a:pt x="7091" y="43864"/>
                    <a:pt x="7144" y="30766"/>
                  </a:cubicBezTo>
                  <a:cubicBezTo>
                    <a:pt x="7197" y="17667"/>
                    <a:pt x="17858" y="7091"/>
                    <a:pt x="30956" y="7144"/>
                  </a:cubicBezTo>
                  <a:cubicBezTo>
                    <a:pt x="44055" y="7196"/>
                    <a:pt x="54631" y="17857"/>
                    <a:pt x="54578" y="30956"/>
                  </a:cubicBezTo>
                  <a:cubicBezTo>
                    <a:pt x="54578" y="30956"/>
                    <a:pt x="54578" y="30956"/>
                    <a:pt x="54578" y="30956"/>
                  </a:cubicBezTo>
                </a:path>
              </a:pathLst>
            </a:custGeom>
            <a:solidFill>
              <a:srgbClr val="000000"/>
            </a:solidFill>
            <a:ln w="9525" cap="flat">
              <a:noFill/>
              <a:prstDash val="solid"/>
              <a:miter/>
            </a:ln>
          </p:spPr>
          <p:txBody>
            <a:bodyPr rtlCol="0" anchor="ctr"/>
            <a:lstStyle/>
            <a:p>
              <a:endParaRPr lang="ja-JP" altLang="en-US"/>
            </a:p>
          </p:txBody>
        </p:sp>
        <p:sp>
          <p:nvSpPr>
            <p:cNvPr id="57" name="フリーフォーム: 図形 56">
              <a:extLst>
                <a:ext uri="{FF2B5EF4-FFF2-40B4-BE49-F238E27FC236}">
                  <a16:creationId xmlns:a16="http://schemas.microsoft.com/office/drawing/2014/main" id="{D166BBA6-9E9D-4412-AAEB-224176044117}"/>
                </a:ext>
              </a:extLst>
            </p:cNvPr>
            <p:cNvSpPr/>
            <p:nvPr/>
          </p:nvSpPr>
          <p:spPr>
            <a:xfrm>
              <a:off x="4248468" y="3971036"/>
              <a:ext cx="142875" cy="161925"/>
            </a:xfrm>
            <a:custGeom>
              <a:avLst/>
              <a:gdLst>
                <a:gd name="connsiteX0" fmla="*/ 50482 w 142875"/>
                <a:gd name="connsiteY0" fmla="*/ 7144 h 161925"/>
                <a:gd name="connsiteX1" fmla="*/ 50482 w 142875"/>
                <a:gd name="connsiteY1" fmla="*/ 113633 h 161925"/>
                <a:gd name="connsiteX2" fmla="*/ 71437 w 142875"/>
                <a:gd name="connsiteY2" fmla="*/ 135065 h 161925"/>
                <a:gd name="connsiteX3" fmla="*/ 94774 w 142875"/>
                <a:gd name="connsiteY3" fmla="*/ 116015 h 161925"/>
                <a:gd name="connsiteX4" fmla="*/ 94774 w 142875"/>
                <a:gd name="connsiteY4" fmla="*/ 15431 h 161925"/>
                <a:gd name="connsiteX5" fmla="*/ 102869 w 142875"/>
                <a:gd name="connsiteY5" fmla="*/ 7144 h 161925"/>
                <a:gd name="connsiteX6" fmla="*/ 102965 w 142875"/>
                <a:gd name="connsiteY6" fmla="*/ 7144 h 161925"/>
                <a:gd name="connsiteX7" fmla="*/ 138208 w 142875"/>
                <a:gd name="connsiteY7" fmla="*/ 7144 h 161925"/>
                <a:gd name="connsiteX8" fmla="*/ 138208 w 142875"/>
                <a:gd name="connsiteY8" fmla="*/ 150019 h 161925"/>
                <a:gd name="connsiteX9" fmla="*/ 129922 w 142875"/>
                <a:gd name="connsiteY9" fmla="*/ 158306 h 161925"/>
                <a:gd name="connsiteX10" fmla="*/ 129826 w 142875"/>
                <a:gd name="connsiteY10" fmla="*/ 158305 h 161925"/>
                <a:gd name="connsiteX11" fmla="*/ 94869 w 142875"/>
                <a:gd name="connsiteY11" fmla="*/ 158306 h 161925"/>
                <a:gd name="connsiteX12" fmla="*/ 94869 w 142875"/>
                <a:gd name="connsiteY12" fmla="*/ 144304 h 161925"/>
                <a:gd name="connsiteX13" fmla="*/ 76581 w 142875"/>
                <a:gd name="connsiteY13" fmla="*/ 156591 h 161925"/>
                <a:gd name="connsiteX14" fmla="*/ 57531 w 142875"/>
                <a:gd name="connsiteY14" fmla="*/ 161163 h 161925"/>
                <a:gd name="connsiteX15" fmla="*/ 7164 w 142875"/>
                <a:gd name="connsiteY15" fmla="*/ 114246 h 161925"/>
                <a:gd name="connsiteX16" fmla="*/ 7144 w 142875"/>
                <a:gd name="connsiteY16" fmla="*/ 113538 h 161925"/>
                <a:gd name="connsiteX17" fmla="*/ 7144 w 142875"/>
                <a:gd name="connsiteY17" fmla="*/ 15431 h 161925"/>
                <a:gd name="connsiteX18" fmla="*/ 15430 w 142875"/>
                <a:gd name="connsiteY18" fmla="*/ 7144 h 161925"/>
                <a:gd name="connsiteX19" fmla="*/ 50482 w 142875"/>
                <a:gd name="connsiteY19" fmla="*/ 7144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161925">
                  <a:moveTo>
                    <a:pt x="50482" y="7144"/>
                  </a:moveTo>
                  <a:lnTo>
                    <a:pt x="50482" y="113633"/>
                  </a:lnTo>
                  <a:cubicBezTo>
                    <a:pt x="50480" y="125286"/>
                    <a:pt x="59788" y="134806"/>
                    <a:pt x="71437" y="135065"/>
                  </a:cubicBezTo>
                  <a:cubicBezTo>
                    <a:pt x="78962" y="135065"/>
                    <a:pt x="88582" y="125540"/>
                    <a:pt x="94774" y="116015"/>
                  </a:cubicBezTo>
                  <a:lnTo>
                    <a:pt x="94774" y="15431"/>
                  </a:lnTo>
                  <a:cubicBezTo>
                    <a:pt x="94721" y="10907"/>
                    <a:pt x="98346" y="7197"/>
                    <a:pt x="102869" y="7144"/>
                  </a:cubicBezTo>
                  <a:cubicBezTo>
                    <a:pt x="102901" y="7144"/>
                    <a:pt x="102933" y="7144"/>
                    <a:pt x="102965" y="7144"/>
                  </a:cubicBezTo>
                  <a:lnTo>
                    <a:pt x="138208" y="7144"/>
                  </a:lnTo>
                  <a:lnTo>
                    <a:pt x="138208" y="150019"/>
                  </a:lnTo>
                  <a:cubicBezTo>
                    <a:pt x="138208" y="154595"/>
                    <a:pt x="134498" y="158306"/>
                    <a:pt x="129922" y="158306"/>
                  </a:cubicBezTo>
                  <a:cubicBezTo>
                    <a:pt x="129890" y="158306"/>
                    <a:pt x="129858" y="158306"/>
                    <a:pt x="129826" y="158305"/>
                  </a:cubicBezTo>
                  <a:lnTo>
                    <a:pt x="94869" y="158306"/>
                  </a:lnTo>
                  <a:lnTo>
                    <a:pt x="94869" y="144304"/>
                  </a:lnTo>
                  <a:cubicBezTo>
                    <a:pt x="89394" y="149255"/>
                    <a:pt x="83235" y="153394"/>
                    <a:pt x="76581" y="156591"/>
                  </a:cubicBezTo>
                  <a:cubicBezTo>
                    <a:pt x="70653" y="159521"/>
                    <a:pt x="64143" y="161083"/>
                    <a:pt x="57531" y="161163"/>
                  </a:cubicBezTo>
                  <a:cubicBezTo>
                    <a:pt x="30667" y="162116"/>
                    <a:pt x="8117" y="141110"/>
                    <a:pt x="7164" y="114246"/>
                  </a:cubicBezTo>
                  <a:cubicBezTo>
                    <a:pt x="7155" y="114010"/>
                    <a:pt x="7149" y="113774"/>
                    <a:pt x="7144" y="113538"/>
                  </a:cubicBezTo>
                  <a:lnTo>
                    <a:pt x="7144" y="15431"/>
                  </a:lnTo>
                  <a:cubicBezTo>
                    <a:pt x="7144" y="10854"/>
                    <a:pt x="10854" y="7144"/>
                    <a:pt x="15430" y="7144"/>
                  </a:cubicBezTo>
                  <a:lnTo>
                    <a:pt x="50482" y="7144"/>
                  </a:lnTo>
                </a:path>
              </a:pathLst>
            </a:custGeom>
            <a:solidFill>
              <a:srgbClr val="000000"/>
            </a:solidFill>
            <a:ln w="9525" cap="flat">
              <a:noFill/>
              <a:prstDash val="solid"/>
              <a:miter/>
            </a:ln>
          </p:spPr>
          <p:txBody>
            <a:bodyPr rtlCol="0" anchor="ctr"/>
            <a:lstStyle/>
            <a:p>
              <a:endParaRPr lang="ja-JP" altLang="en-US"/>
            </a:p>
          </p:txBody>
        </p:sp>
        <p:sp>
          <p:nvSpPr>
            <p:cNvPr id="58" name="フリーフォーム: 図形 57">
              <a:extLst>
                <a:ext uri="{FF2B5EF4-FFF2-40B4-BE49-F238E27FC236}">
                  <a16:creationId xmlns:a16="http://schemas.microsoft.com/office/drawing/2014/main" id="{E4764944-A656-44FC-B4FA-685D81E21D49}"/>
                </a:ext>
              </a:extLst>
            </p:cNvPr>
            <p:cNvSpPr/>
            <p:nvPr/>
          </p:nvSpPr>
          <p:spPr>
            <a:xfrm>
              <a:off x="6695249" y="3967892"/>
              <a:ext cx="142875" cy="161925"/>
            </a:xfrm>
            <a:custGeom>
              <a:avLst/>
              <a:gdLst>
                <a:gd name="connsiteX0" fmla="*/ 50864 w 142875"/>
                <a:gd name="connsiteY0" fmla="*/ 50864 h 161925"/>
                <a:gd name="connsiteX1" fmla="*/ 81153 w 142875"/>
                <a:gd name="connsiteY1" fmla="*/ 34099 h 161925"/>
                <a:gd name="connsiteX2" fmla="*/ 95536 w 142875"/>
                <a:gd name="connsiteY2" fmla="*/ 58007 h 161925"/>
                <a:gd name="connsiteX3" fmla="*/ 95536 w 142875"/>
                <a:gd name="connsiteY3" fmla="*/ 161544 h 161925"/>
                <a:gd name="connsiteX4" fmla="*/ 130683 w 142875"/>
                <a:gd name="connsiteY4" fmla="*/ 161544 h 161925"/>
                <a:gd name="connsiteX5" fmla="*/ 138970 w 142875"/>
                <a:gd name="connsiteY5" fmla="*/ 153257 h 161925"/>
                <a:gd name="connsiteX6" fmla="*/ 138970 w 142875"/>
                <a:gd name="connsiteY6" fmla="*/ 53245 h 161925"/>
                <a:gd name="connsiteX7" fmla="*/ 95346 w 142875"/>
                <a:gd name="connsiteY7" fmla="*/ 7144 h 161925"/>
                <a:gd name="connsiteX8" fmla="*/ 50864 w 142875"/>
                <a:gd name="connsiteY8" fmla="*/ 22289 h 161925"/>
                <a:gd name="connsiteX9" fmla="*/ 50864 w 142875"/>
                <a:gd name="connsiteY9" fmla="*/ 10287 h 161925"/>
                <a:gd name="connsiteX10" fmla="*/ 15526 w 142875"/>
                <a:gd name="connsiteY10" fmla="*/ 10287 h 161925"/>
                <a:gd name="connsiteX11" fmla="*/ 7144 w 142875"/>
                <a:gd name="connsiteY11" fmla="*/ 18478 h 161925"/>
                <a:gd name="connsiteX12" fmla="*/ 7144 w 142875"/>
                <a:gd name="connsiteY12" fmla="*/ 161353 h 161925"/>
                <a:gd name="connsiteX13" fmla="*/ 42577 w 142875"/>
                <a:gd name="connsiteY13" fmla="*/ 161353 h 161925"/>
                <a:gd name="connsiteX14" fmla="*/ 50863 w 142875"/>
                <a:gd name="connsiteY14" fmla="*/ 153067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875" h="161925">
                  <a:moveTo>
                    <a:pt x="50864" y="50864"/>
                  </a:moveTo>
                  <a:cubicBezTo>
                    <a:pt x="52292" y="49339"/>
                    <a:pt x="67437" y="34671"/>
                    <a:pt x="81153" y="34099"/>
                  </a:cubicBezTo>
                  <a:cubicBezTo>
                    <a:pt x="89916" y="34099"/>
                    <a:pt x="95536" y="44196"/>
                    <a:pt x="95536" y="58007"/>
                  </a:cubicBezTo>
                  <a:lnTo>
                    <a:pt x="95536" y="161544"/>
                  </a:lnTo>
                  <a:lnTo>
                    <a:pt x="130683" y="161544"/>
                  </a:lnTo>
                  <a:cubicBezTo>
                    <a:pt x="135260" y="161544"/>
                    <a:pt x="138970" y="157834"/>
                    <a:pt x="138970" y="153257"/>
                  </a:cubicBezTo>
                  <a:lnTo>
                    <a:pt x="138970" y="53245"/>
                  </a:lnTo>
                  <a:cubicBezTo>
                    <a:pt x="139251" y="28624"/>
                    <a:pt x="119944" y="8222"/>
                    <a:pt x="95346" y="7144"/>
                  </a:cubicBezTo>
                  <a:cubicBezTo>
                    <a:pt x="79250" y="7127"/>
                    <a:pt x="63605" y="12454"/>
                    <a:pt x="50864" y="22289"/>
                  </a:cubicBezTo>
                  <a:lnTo>
                    <a:pt x="50864" y="10287"/>
                  </a:lnTo>
                  <a:lnTo>
                    <a:pt x="15526" y="10287"/>
                  </a:lnTo>
                  <a:cubicBezTo>
                    <a:pt x="10970" y="10286"/>
                    <a:pt x="7247" y="13924"/>
                    <a:pt x="7144" y="18478"/>
                  </a:cubicBezTo>
                  <a:lnTo>
                    <a:pt x="7144" y="161353"/>
                  </a:lnTo>
                  <a:lnTo>
                    <a:pt x="42577" y="161353"/>
                  </a:lnTo>
                  <a:cubicBezTo>
                    <a:pt x="47154" y="161353"/>
                    <a:pt x="50863" y="157643"/>
                    <a:pt x="50863" y="153067"/>
                  </a:cubicBezTo>
                  <a:close/>
                </a:path>
              </a:pathLst>
            </a:custGeom>
            <a:solidFill>
              <a:srgbClr val="000000"/>
            </a:solidFill>
            <a:ln w="9525" cap="flat">
              <a:noFill/>
              <a:prstDash val="solid"/>
              <a:miter/>
            </a:ln>
          </p:spPr>
          <p:txBody>
            <a:bodyPr rtlCol="0" anchor="ctr"/>
            <a:lstStyle/>
            <a:p>
              <a:endParaRPr lang="ja-JP" altLang="en-US"/>
            </a:p>
          </p:txBody>
        </p:sp>
        <p:sp>
          <p:nvSpPr>
            <p:cNvPr id="59" name="フリーフォーム: 図形 58">
              <a:extLst>
                <a:ext uri="{FF2B5EF4-FFF2-40B4-BE49-F238E27FC236}">
                  <a16:creationId xmlns:a16="http://schemas.microsoft.com/office/drawing/2014/main" id="{3DE9F8BF-2FCE-4315-AD07-5C0AB9D1B6B8}"/>
                </a:ext>
              </a:extLst>
            </p:cNvPr>
            <p:cNvSpPr/>
            <p:nvPr/>
          </p:nvSpPr>
          <p:spPr>
            <a:xfrm>
              <a:off x="5664073" y="3967893"/>
              <a:ext cx="142875" cy="161925"/>
            </a:xfrm>
            <a:custGeom>
              <a:avLst/>
              <a:gdLst>
                <a:gd name="connsiteX0" fmla="*/ 50863 w 142875"/>
                <a:gd name="connsiteY0" fmla="*/ 50863 h 161925"/>
                <a:gd name="connsiteX1" fmla="*/ 81153 w 142875"/>
                <a:gd name="connsiteY1" fmla="*/ 34099 h 161925"/>
                <a:gd name="connsiteX2" fmla="*/ 95536 w 142875"/>
                <a:gd name="connsiteY2" fmla="*/ 58007 h 161925"/>
                <a:gd name="connsiteX3" fmla="*/ 95536 w 142875"/>
                <a:gd name="connsiteY3" fmla="*/ 161544 h 161925"/>
                <a:gd name="connsiteX4" fmla="*/ 130302 w 142875"/>
                <a:gd name="connsiteY4" fmla="*/ 161544 h 161925"/>
                <a:gd name="connsiteX5" fmla="*/ 138493 w 142875"/>
                <a:gd name="connsiteY5" fmla="*/ 153257 h 161925"/>
                <a:gd name="connsiteX6" fmla="*/ 138493 w 142875"/>
                <a:gd name="connsiteY6" fmla="*/ 53245 h 161925"/>
                <a:gd name="connsiteX7" fmla="*/ 94964 w 142875"/>
                <a:gd name="connsiteY7" fmla="*/ 7144 h 161925"/>
                <a:gd name="connsiteX8" fmla="*/ 50863 w 142875"/>
                <a:gd name="connsiteY8" fmla="*/ 22288 h 161925"/>
                <a:gd name="connsiteX9" fmla="*/ 50863 w 142875"/>
                <a:gd name="connsiteY9" fmla="*/ 10287 h 161925"/>
                <a:gd name="connsiteX10" fmla="*/ 15430 w 142875"/>
                <a:gd name="connsiteY10" fmla="*/ 10287 h 161925"/>
                <a:gd name="connsiteX11" fmla="*/ 7144 w 142875"/>
                <a:gd name="connsiteY11" fmla="*/ 18478 h 161925"/>
                <a:gd name="connsiteX12" fmla="*/ 7144 w 142875"/>
                <a:gd name="connsiteY12" fmla="*/ 161353 h 161925"/>
                <a:gd name="connsiteX13" fmla="*/ 42481 w 142875"/>
                <a:gd name="connsiteY13" fmla="*/ 161353 h 161925"/>
                <a:gd name="connsiteX14" fmla="*/ 50863 w 142875"/>
                <a:gd name="connsiteY14" fmla="*/ 153067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875" h="161925">
                  <a:moveTo>
                    <a:pt x="50863" y="50863"/>
                  </a:moveTo>
                  <a:cubicBezTo>
                    <a:pt x="58960" y="42248"/>
                    <a:pt x="69553" y="36385"/>
                    <a:pt x="81153" y="34099"/>
                  </a:cubicBezTo>
                  <a:cubicBezTo>
                    <a:pt x="89821" y="34099"/>
                    <a:pt x="95536" y="44196"/>
                    <a:pt x="95536" y="58007"/>
                  </a:cubicBezTo>
                  <a:lnTo>
                    <a:pt x="95536" y="161544"/>
                  </a:lnTo>
                  <a:lnTo>
                    <a:pt x="130302" y="161544"/>
                  </a:lnTo>
                  <a:cubicBezTo>
                    <a:pt x="134841" y="161492"/>
                    <a:pt x="138494" y="157797"/>
                    <a:pt x="138493" y="153257"/>
                  </a:cubicBezTo>
                  <a:lnTo>
                    <a:pt x="138493" y="53245"/>
                  </a:lnTo>
                  <a:cubicBezTo>
                    <a:pt x="138826" y="28640"/>
                    <a:pt x="119548" y="8223"/>
                    <a:pt x="94964" y="7144"/>
                  </a:cubicBezTo>
                  <a:cubicBezTo>
                    <a:pt x="78996" y="7190"/>
                    <a:pt x="63491" y="12514"/>
                    <a:pt x="50863" y="22288"/>
                  </a:cubicBezTo>
                  <a:lnTo>
                    <a:pt x="50863" y="10287"/>
                  </a:lnTo>
                  <a:lnTo>
                    <a:pt x="15430" y="10287"/>
                  </a:lnTo>
                  <a:cubicBezTo>
                    <a:pt x="10891" y="10287"/>
                    <a:pt x="7196" y="13939"/>
                    <a:pt x="7144" y="18478"/>
                  </a:cubicBezTo>
                  <a:lnTo>
                    <a:pt x="7144" y="161353"/>
                  </a:lnTo>
                  <a:lnTo>
                    <a:pt x="42481" y="161353"/>
                  </a:lnTo>
                  <a:cubicBezTo>
                    <a:pt x="47074" y="161354"/>
                    <a:pt x="50811" y="157659"/>
                    <a:pt x="50863" y="153067"/>
                  </a:cubicBezTo>
                  <a:close/>
                </a:path>
              </a:pathLst>
            </a:custGeom>
            <a:solidFill>
              <a:srgbClr val="000000"/>
            </a:solidFill>
            <a:ln w="9525" cap="flat">
              <a:noFill/>
              <a:prstDash val="solid"/>
              <a:miter/>
            </a:ln>
          </p:spPr>
          <p:txBody>
            <a:bodyPr rtlCol="0" anchor="ctr"/>
            <a:lstStyle/>
            <a:p>
              <a:endParaRPr lang="ja-JP" altLang="en-US"/>
            </a:p>
          </p:txBody>
        </p:sp>
        <p:sp>
          <p:nvSpPr>
            <p:cNvPr id="60" name="フリーフォーム: 図形 59">
              <a:extLst>
                <a:ext uri="{FF2B5EF4-FFF2-40B4-BE49-F238E27FC236}">
                  <a16:creationId xmlns:a16="http://schemas.microsoft.com/office/drawing/2014/main" id="{1F73EA48-EEE2-47EA-B9EB-DD5A7733E025}"/>
                </a:ext>
              </a:extLst>
            </p:cNvPr>
            <p:cNvSpPr/>
            <p:nvPr/>
          </p:nvSpPr>
          <p:spPr>
            <a:xfrm>
              <a:off x="5498909" y="3967892"/>
              <a:ext cx="142875" cy="161925"/>
            </a:xfrm>
            <a:custGeom>
              <a:avLst/>
              <a:gdLst>
                <a:gd name="connsiteX0" fmla="*/ 50768 w 142875"/>
                <a:gd name="connsiteY0" fmla="*/ 50864 h 161925"/>
                <a:gd name="connsiteX1" fmla="*/ 81058 w 142875"/>
                <a:gd name="connsiteY1" fmla="*/ 34100 h 161925"/>
                <a:gd name="connsiteX2" fmla="*/ 95536 w 142875"/>
                <a:gd name="connsiteY2" fmla="*/ 58007 h 161925"/>
                <a:gd name="connsiteX3" fmla="*/ 95536 w 142875"/>
                <a:gd name="connsiteY3" fmla="*/ 161544 h 161925"/>
                <a:gd name="connsiteX4" fmla="*/ 130588 w 142875"/>
                <a:gd name="connsiteY4" fmla="*/ 161544 h 161925"/>
                <a:gd name="connsiteX5" fmla="*/ 138969 w 142875"/>
                <a:gd name="connsiteY5" fmla="*/ 153353 h 161925"/>
                <a:gd name="connsiteX6" fmla="*/ 138970 w 142875"/>
                <a:gd name="connsiteY6" fmla="*/ 153257 h 161925"/>
                <a:gd name="connsiteX7" fmla="*/ 138970 w 142875"/>
                <a:gd name="connsiteY7" fmla="*/ 53245 h 161925"/>
                <a:gd name="connsiteX8" fmla="*/ 95441 w 142875"/>
                <a:gd name="connsiteY8" fmla="*/ 7144 h 161925"/>
                <a:gd name="connsiteX9" fmla="*/ 50768 w 142875"/>
                <a:gd name="connsiteY9" fmla="*/ 22289 h 161925"/>
                <a:gd name="connsiteX10" fmla="*/ 50768 w 142875"/>
                <a:gd name="connsiteY10" fmla="*/ 10287 h 161925"/>
                <a:gd name="connsiteX11" fmla="*/ 15431 w 142875"/>
                <a:gd name="connsiteY11" fmla="*/ 10287 h 161925"/>
                <a:gd name="connsiteX12" fmla="*/ 7144 w 142875"/>
                <a:gd name="connsiteY12" fmla="*/ 18479 h 161925"/>
                <a:gd name="connsiteX13" fmla="*/ 7144 w 142875"/>
                <a:gd name="connsiteY13" fmla="*/ 161354 h 161925"/>
                <a:gd name="connsiteX14" fmla="*/ 42482 w 142875"/>
                <a:gd name="connsiteY14" fmla="*/ 161354 h 161925"/>
                <a:gd name="connsiteX15" fmla="*/ 50768 w 142875"/>
                <a:gd name="connsiteY15" fmla="*/ 153067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2875" h="161925">
                  <a:moveTo>
                    <a:pt x="50768" y="50864"/>
                  </a:moveTo>
                  <a:cubicBezTo>
                    <a:pt x="52292" y="49340"/>
                    <a:pt x="67342" y="34671"/>
                    <a:pt x="81058" y="34100"/>
                  </a:cubicBezTo>
                  <a:cubicBezTo>
                    <a:pt x="89821" y="34100"/>
                    <a:pt x="95536" y="44196"/>
                    <a:pt x="95536" y="58007"/>
                  </a:cubicBezTo>
                  <a:lnTo>
                    <a:pt x="95536" y="161544"/>
                  </a:lnTo>
                  <a:lnTo>
                    <a:pt x="130588" y="161544"/>
                  </a:lnTo>
                  <a:cubicBezTo>
                    <a:pt x="135164" y="161597"/>
                    <a:pt x="138917" y="157930"/>
                    <a:pt x="138969" y="153353"/>
                  </a:cubicBezTo>
                  <a:cubicBezTo>
                    <a:pt x="138970" y="153321"/>
                    <a:pt x="138970" y="153289"/>
                    <a:pt x="138970" y="153257"/>
                  </a:cubicBezTo>
                  <a:lnTo>
                    <a:pt x="138970" y="53245"/>
                  </a:lnTo>
                  <a:cubicBezTo>
                    <a:pt x="139252" y="28659"/>
                    <a:pt x="120002" y="8272"/>
                    <a:pt x="95441" y="7144"/>
                  </a:cubicBezTo>
                  <a:cubicBezTo>
                    <a:pt x="79284" y="7107"/>
                    <a:pt x="63571" y="12434"/>
                    <a:pt x="50768" y="22289"/>
                  </a:cubicBezTo>
                  <a:lnTo>
                    <a:pt x="50768" y="10287"/>
                  </a:lnTo>
                  <a:lnTo>
                    <a:pt x="15431" y="10287"/>
                  </a:lnTo>
                  <a:cubicBezTo>
                    <a:pt x="10891" y="10287"/>
                    <a:pt x="7196" y="13939"/>
                    <a:pt x="7144" y="18479"/>
                  </a:cubicBezTo>
                  <a:lnTo>
                    <a:pt x="7144" y="161354"/>
                  </a:lnTo>
                  <a:lnTo>
                    <a:pt x="42482" y="161354"/>
                  </a:lnTo>
                  <a:cubicBezTo>
                    <a:pt x="47058" y="161354"/>
                    <a:pt x="50768" y="157644"/>
                    <a:pt x="50768" y="153067"/>
                  </a:cubicBezTo>
                  <a:close/>
                </a:path>
              </a:pathLst>
            </a:custGeom>
            <a:solidFill>
              <a:srgbClr val="000000"/>
            </a:solidFill>
            <a:ln w="9525" cap="flat">
              <a:noFill/>
              <a:prstDash val="solid"/>
              <a:miter/>
            </a:ln>
          </p:spPr>
          <p:txBody>
            <a:bodyPr rtlCol="0" anchor="ctr"/>
            <a:lstStyle/>
            <a:p>
              <a:endParaRPr lang="ja-JP" altLang="en-US"/>
            </a:p>
          </p:txBody>
        </p:sp>
        <p:sp>
          <p:nvSpPr>
            <p:cNvPr id="61" name="フリーフォーム: 図形 60">
              <a:extLst>
                <a:ext uri="{FF2B5EF4-FFF2-40B4-BE49-F238E27FC236}">
                  <a16:creationId xmlns:a16="http://schemas.microsoft.com/office/drawing/2014/main" id="{45666EB6-5B93-479A-8107-E6336251FB21}"/>
                </a:ext>
              </a:extLst>
            </p:cNvPr>
            <p:cNvSpPr/>
            <p:nvPr/>
          </p:nvSpPr>
          <p:spPr>
            <a:xfrm>
              <a:off x="5075142" y="3967892"/>
              <a:ext cx="228600" cy="161925"/>
            </a:xfrm>
            <a:custGeom>
              <a:avLst/>
              <a:gdLst>
                <a:gd name="connsiteX0" fmla="*/ 183642 w 228600"/>
                <a:gd name="connsiteY0" fmla="*/ 7144 h 161925"/>
                <a:gd name="connsiteX1" fmla="*/ 132493 w 228600"/>
                <a:gd name="connsiteY1" fmla="*/ 26194 h 161925"/>
                <a:gd name="connsiteX2" fmla="*/ 95345 w 228600"/>
                <a:gd name="connsiteY2" fmla="*/ 7144 h 161925"/>
                <a:gd name="connsiteX3" fmla="*/ 50864 w 228600"/>
                <a:gd name="connsiteY3" fmla="*/ 22289 h 161925"/>
                <a:gd name="connsiteX4" fmla="*/ 50864 w 228600"/>
                <a:gd name="connsiteY4" fmla="*/ 10287 h 161925"/>
                <a:gd name="connsiteX5" fmla="*/ 15526 w 228600"/>
                <a:gd name="connsiteY5" fmla="*/ 10287 h 161925"/>
                <a:gd name="connsiteX6" fmla="*/ 7144 w 228600"/>
                <a:gd name="connsiteY6" fmla="*/ 18478 h 161925"/>
                <a:gd name="connsiteX7" fmla="*/ 7144 w 228600"/>
                <a:gd name="connsiteY7" fmla="*/ 18574 h 161925"/>
                <a:gd name="connsiteX8" fmla="*/ 7144 w 228600"/>
                <a:gd name="connsiteY8" fmla="*/ 161449 h 161925"/>
                <a:gd name="connsiteX9" fmla="*/ 42958 w 228600"/>
                <a:gd name="connsiteY9" fmla="*/ 161449 h 161925"/>
                <a:gd name="connsiteX10" fmla="*/ 51245 w 228600"/>
                <a:gd name="connsiteY10" fmla="*/ 153162 h 161925"/>
                <a:gd name="connsiteX11" fmla="*/ 51245 w 228600"/>
                <a:gd name="connsiteY11" fmla="*/ 50864 h 161925"/>
                <a:gd name="connsiteX12" fmla="*/ 81534 w 228600"/>
                <a:gd name="connsiteY12" fmla="*/ 34099 h 161925"/>
                <a:gd name="connsiteX13" fmla="*/ 96012 w 228600"/>
                <a:gd name="connsiteY13" fmla="*/ 58007 h 161925"/>
                <a:gd name="connsiteX14" fmla="*/ 96012 w 228600"/>
                <a:gd name="connsiteY14" fmla="*/ 161544 h 161925"/>
                <a:gd name="connsiteX15" fmla="*/ 131255 w 228600"/>
                <a:gd name="connsiteY15" fmla="*/ 161544 h 161925"/>
                <a:gd name="connsiteX16" fmla="*/ 139637 w 228600"/>
                <a:gd name="connsiteY16" fmla="*/ 153257 h 161925"/>
                <a:gd name="connsiteX17" fmla="*/ 139637 w 228600"/>
                <a:gd name="connsiteY17" fmla="*/ 50864 h 161925"/>
                <a:gd name="connsiteX18" fmla="*/ 169926 w 228600"/>
                <a:gd name="connsiteY18" fmla="*/ 34099 h 161925"/>
                <a:gd name="connsiteX19" fmla="*/ 184309 w 228600"/>
                <a:gd name="connsiteY19" fmla="*/ 58007 h 161925"/>
                <a:gd name="connsiteX20" fmla="*/ 184309 w 228600"/>
                <a:gd name="connsiteY20" fmla="*/ 161544 h 161925"/>
                <a:gd name="connsiteX21" fmla="*/ 219456 w 228600"/>
                <a:gd name="connsiteY21" fmla="*/ 161544 h 161925"/>
                <a:gd name="connsiteX22" fmla="*/ 227743 w 228600"/>
                <a:gd name="connsiteY22" fmla="*/ 153257 h 161925"/>
                <a:gd name="connsiteX23" fmla="*/ 227743 w 228600"/>
                <a:gd name="connsiteY23" fmla="*/ 53245 h 161925"/>
                <a:gd name="connsiteX24" fmla="*/ 184023 w 228600"/>
                <a:gd name="connsiteY24" fmla="*/ 7144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8600" h="161925">
                  <a:moveTo>
                    <a:pt x="183642" y="7144"/>
                  </a:moveTo>
                  <a:cubicBezTo>
                    <a:pt x="164923" y="7498"/>
                    <a:pt x="146883" y="14217"/>
                    <a:pt x="132493" y="26194"/>
                  </a:cubicBezTo>
                  <a:cubicBezTo>
                    <a:pt x="123902" y="14231"/>
                    <a:pt x="110074" y="7140"/>
                    <a:pt x="95345" y="7144"/>
                  </a:cubicBezTo>
                  <a:cubicBezTo>
                    <a:pt x="79250" y="7127"/>
                    <a:pt x="63605" y="12454"/>
                    <a:pt x="50864" y="22289"/>
                  </a:cubicBezTo>
                  <a:lnTo>
                    <a:pt x="50864" y="10287"/>
                  </a:lnTo>
                  <a:lnTo>
                    <a:pt x="15526" y="10287"/>
                  </a:lnTo>
                  <a:cubicBezTo>
                    <a:pt x="10949" y="10234"/>
                    <a:pt x="7197" y="13902"/>
                    <a:pt x="7144" y="18478"/>
                  </a:cubicBezTo>
                  <a:cubicBezTo>
                    <a:pt x="7144" y="18510"/>
                    <a:pt x="7144" y="18542"/>
                    <a:pt x="7144" y="18574"/>
                  </a:cubicBezTo>
                  <a:lnTo>
                    <a:pt x="7144" y="161449"/>
                  </a:lnTo>
                  <a:lnTo>
                    <a:pt x="42958" y="161449"/>
                  </a:lnTo>
                  <a:cubicBezTo>
                    <a:pt x="47534" y="161449"/>
                    <a:pt x="51245" y="157739"/>
                    <a:pt x="51245" y="153162"/>
                  </a:cubicBezTo>
                  <a:lnTo>
                    <a:pt x="51245" y="50864"/>
                  </a:lnTo>
                  <a:cubicBezTo>
                    <a:pt x="52673" y="49339"/>
                    <a:pt x="67723" y="34671"/>
                    <a:pt x="81534" y="34099"/>
                  </a:cubicBezTo>
                  <a:cubicBezTo>
                    <a:pt x="90297" y="34099"/>
                    <a:pt x="96012" y="44196"/>
                    <a:pt x="96012" y="58007"/>
                  </a:cubicBezTo>
                  <a:lnTo>
                    <a:pt x="96012" y="161544"/>
                  </a:lnTo>
                  <a:lnTo>
                    <a:pt x="131255" y="161544"/>
                  </a:lnTo>
                  <a:cubicBezTo>
                    <a:pt x="135847" y="161544"/>
                    <a:pt x="139585" y="157849"/>
                    <a:pt x="139637" y="153257"/>
                  </a:cubicBezTo>
                  <a:lnTo>
                    <a:pt x="139637" y="50864"/>
                  </a:lnTo>
                  <a:cubicBezTo>
                    <a:pt x="141065" y="49339"/>
                    <a:pt x="156115" y="34671"/>
                    <a:pt x="169926" y="34099"/>
                  </a:cubicBezTo>
                  <a:cubicBezTo>
                    <a:pt x="178689" y="34099"/>
                    <a:pt x="184309" y="44196"/>
                    <a:pt x="184309" y="58007"/>
                  </a:cubicBezTo>
                  <a:lnTo>
                    <a:pt x="184309" y="161544"/>
                  </a:lnTo>
                  <a:lnTo>
                    <a:pt x="219456" y="161544"/>
                  </a:lnTo>
                  <a:cubicBezTo>
                    <a:pt x="224033" y="161544"/>
                    <a:pt x="227743" y="157834"/>
                    <a:pt x="227743" y="153257"/>
                  </a:cubicBezTo>
                  <a:lnTo>
                    <a:pt x="227743" y="53245"/>
                  </a:lnTo>
                  <a:cubicBezTo>
                    <a:pt x="228022" y="28588"/>
                    <a:pt x="208660" y="8172"/>
                    <a:pt x="184023" y="7144"/>
                  </a:cubicBezTo>
                </a:path>
              </a:pathLst>
            </a:custGeom>
            <a:solidFill>
              <a:srgbClr val="000000"/>
            </a:solidFill>
            <a:ln w="9525" cap="flat">
              <a:noFill/>
              <a:prstDash val="solid"/>
              <a:miter/>
            </a:ln>
          </p:spPr>
          <p:txBody>
            <a:bodyPr rtlCol="0" anchor="ctr"/>
            <a:lstStyle/>
            <a:p>
              <a:endParaRPr lang="ja-JP" altLang="en-US"/>
            </a:p>
          </p:txBody>
        </p:sp>
        <p:sp>
          <p:nvSpPr>
            <p:cNvPr id="62" name="フリーフォーム: 図形 61">
              <a:extLst>
                <a:ext uri="{FF2B5EF4-FFF2-40B4-BE49-F238E27FC236}">
                  <a16:creationId xmlns:a16="http://schemas.microsoft.com/office/drawing/2014/main" id="{DFB74F27-3497-4906-9239-386BB9444FB3}"/>
                </a:ext>
              </a:extLst>
            </p:cNvPr>
            <p:cNvSpPr/>
            <p:nvPr/>
          </p:nvSpPr>
          <p:spPr>
            <a:xfrm>
              <a:off x="6155849" y="3967797"/>
              <a:ext cx="142875" cy="171450"/>
            </a:xfrm>
            <a:custGeom>
              <a:avLst/>
              <a:gdLst>
                <a:gd name="connsiteX0" fmla="*/ 67627 w 142875"/>
                <a:gd name="connsiteY0" fmla="*/ 139541 h 171450"/>
                <a:gd name="connsiteX1" fmla="*/ 50959 w 142875"/>
                <a:gd name="connsiteY1" fmla="*/ 119253 h 171450"/>
                <a:gd name="connsiteX2" fmla="*/ 93535 w 142875"/>
                <a:gd name="connsiteY2" fmla="*/ 77819 h 171450"/>
                <a:gd name="connsiteX3" fmla="*/ 93535 w 142875"/>
                <a:gd name="connsiteY3" fmla="*/ 127159 h 171450"/>
                <a:gd name="connsiteX4" fmla="*/ 67627 w 142875"/>
                <a:gd name="connsiteY4" fmla="*/ 139636 h 171450"/>
                <a:gd name="connsiteX5" fmla="*/ 17907 w 142875"/>
                <a:gd name="connsiteY5" fmla="*/ 19431 h 171450"/>
                <a:gd name="connsiteX6" fmla="*/ 17907 w 142875"/>
                <a:gd name="connsiteY6" fmla="*/ 40481 h 171450"/>
                <a:gd name="connsiteX7" fmla="*/ 74295 w 142875"/>
                <a:gd name="connsiteY7" fmla="*/ 26575 h 171450"/>
                <a:gd name="connsiteX8" fmla="*/ 90678 w 142875"/>
                <a:gd name="connsiteY8" fmla="*/ 36100 h 171450"/>
                <a:gd name="connsiteX9" fmla="*/ 93440 w 142875"/>
                <a:gd name="connsiteY9" fmla="*/ 57817 h 171450"/>
                <a:gd name="connsiteX10" fmla="*/ 7144 w 142875"/>
                <a:gd name="connsiteY10" fmla="*/ 122968 h 171450"/>
                <a:gd name="connsiteX11" fmla="*/ 52102 w 142875"/>
                <a:gd name="connsiteY11" fmla="*/ 164402 h 171450"/>
                <a:gd name="connsiteX12" fmla="*/ 93536 w 142875"/>
                <a:gd name="connsiteY12" fmla="*/ 148495 h 171450"/>
                <a:gd name="connsiteX13" fmla="*/ 93535 w 142875"/>
                <a:gd name="connsiteY13" fmla="*/ 161449 h 171450"/>
                <a:gd name="connsiteX14" fmla="*/ 128968 w 142875"/>
                <a:gd name="connsiteY14" fmla="*/ 161449 h 171450"/>
                <a:gd name="connsiteX15" fmla="*/ 137160 w 142875"/>
                <a:gd name="connsiteY15" fmla="*/ 153162 h 171450"/>
                <a:gd name="connsiteX16" fmla="*/ 137160 w 142875"/>
                <a:gd name="connsiteY16" fmla="*/ 48387 h 171450"/>
                <a:gd name="connsiteX17" fmla="*/ 78296 w 142875"/>
                <a:gd name="connsiteY17" fmla="*/ 7144 h 171450"/>
                <a:gd name="connsiteX18" fmla="*/ 17907 w 142875"/>
                <a:gd name="connsiteY18" fmla="*/ 19621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2875" h="171450">
                  <a:moveTo>
                    <a:pt x="67627" y="139541"/>
                  </a:moveTo>
                  <a:cubicBezTo>
                    <a:pt x="57553" y="138299"/>
                    <a:pt x="50223" y="129377"/>
                    <a:pt x="50959" y="119253"/>
                  </a:cubicBezTo>
                  <a:cubicBezTo>
                    <a:pt x="50959" y="105918"/>
                    <a:pt x="63436" y="87344"/>
                    <a:pt x="93535" y="77819"/>
                  </a:cubicBezTo>
                  <a:lnTo>
                    <a:pt x="93535" y="127159"/>
                  </a:lnTo>
                  <a:cubicBezTo>
                    <a:pt x="87440" y="135281"/>
                    <a:pt x="77778" y="139935"/>
                    <a:pt x="67627" y="139636"/>
                  </a:cubicBezTo>
                  <a:moveTo>
                    <a:pt x="17907" y="19431"/>
                  </a:moveTo>
                  <a:lnTo>
                    <a:pt x="17907" y="40481"/>
                  </a:lnTo>
                  <a:cubicBezTo>
                    <a:pt x="35607" y="32187"/>
                    <a:pt x="54768" y="27461"/>
                    <a:pt x="74295" y="26575"/>
                  </a:cubicBezTo>
                  <a:cubicBezTo>
                    <a:pt x="78581" y="26575"/>
                    <a:pt x="88582" y="28765"/>
                    <a:pt x="90678" y="36100"/>
                  </a:cubicBezTo>
                  <a:cubicBezTo>
                    <a:pt x="92852" y="43124"/>
                    <a:pt x="93787" y="50472"/>
                    <a:pt x="93440" y="57817"/>
                  </a:cubicBezTo>
                  <a:cubicBezTo>
                    <a:pt x="57817" y="67342"/>
                    <a:pt x="7144" y="82391"/>
                    <a:pt x="7144" y="122968"/>
                  </a:cubicBezTo>
                  <a:cubicBezTo>
                    <a:pt x="7144" y="160496"/>
                    <a:pt x="42196" y="164402"/>
                    <a:pt x="52102" y="164402"/>
                  </a:cubicBezTo>
                  <a:cubicBezTo>
                    <a:pt x="67428" y="164532"/>
                    <a:pt x="82234" y="158848"/>
                    <a:pt x="93536" y="148495"/>
                  </a:cubicBezTo>
                  <a:lnTo>
                    <a:pt x="93535" y="161449"/>
                  </a:lnTo>
                  <a:lnTo>
                    <a:pt x="128968" y="161449"/>
                  </a:lnTo>
                  <a:cubicBezTo>
                    <a:pt x="133508" y="161397"/>
                    <a:pt x="137160" y="157702"/>
                    <a:pt x="137160" y="153162"/>
                  </a:cubicBezTo>
                  <a:lnTo>
                    <a:pt x="137160" y="48387"/>
                  </a:lnTo>
                  <a:cubicBezTo>
                    <a:pt x="137160" y="29337"/>
                    <a:pt x="126397" y="7144"/>
                    <a:pt x="78296" y="7144"/>
                  </a:cubicBezTo>
                  <a:cubicBezTo>
                    <a:pt x="57634" y="8091"/>
                    <a:pt x="37252" y="12302"/>
                    <a:pt x="17907" y="19621"/>
                  </a:cubicBezTo>
                </a:path>
              </a:pathLst>
            </a:custGeom>
            <a:solidFill>
              <a:srgbClr val="000000"/>
            </a:solidFill>
            <a:ln w="9525" cap="flat">
              <a:noFill/>
              <a:prstDash val="solid"/>
              <a:miter/>
            </a:ln>
          </p:spPr>
          <p:txBody>
            <a:bodyPr rtlCol="0" anchor="ctr"/>
            <a:lstStyle/>
            <a:p>
              <a:endParaRPr lang="ja-JP" altLang="en-US"/>
            </a:p>
          </p:txBody>
        </p:sp>
        <p:sp>
          <p:nvSpPr>
            <p:cNvPr id="63" name="フリーフォーム: 図形 62">
              <a:extLst>
                <a:ext uri="{FF2B5EF4-FFF2-40B4-BE49-F238E27FC236}">
                  <a16:creationId xmlns:a16="http://schemas.microsoft.com/office/drawing/2014/main" id="{0CCDCBC8-0CAC-4428-A44E-B0BF3C48AED0}"/>
                </a:ext>
              </a:extLst>
            </p:cNvPr>
            <p:cNvSpPr/>
            <p:nvPr/>
          </p:nvSpPr>
          <p:spPr>
            <a:xfrm>
              <a:off x="6306344" y="3922839"/>
              <a:ext cx="114300" cy="209550"/>
            </a:xfrm>
            <a:custGeom>
              <a:avLst/>
              <a:gdLst>
                <a:gd name="connsiteX0" fmla="*/ 29623 w 114300"/>
                <a:gd name="connsiteY0" fmla="*/ 54959 h 209550"/>
                <a:gd name="connsiteX1" fmla="*/ 29623 w 114300"/>
                <a:gd name="connsiteY1" fmla="*/ 15431 h 209550"/>
                <a:gd name="connsiteX2" fmla="*/ 37718 w 114300"/>
                <a:gd name="connsiteY2" fmla="*/ 7144 h 209550"/>
                <a:gd name="connsiteX3" fmla="*/ 37814 w 114300"/>
                <a:gd name="connsiteY3" fmla="*/ 7144 h 209550"/>
                <a:gd name="connsiteX4" fmla="*/ 73628 w 114300"/>
                <a:gd name="connsiteY4" fmla="*/ 7144 h 209550"/>
                <a:gd name="connsiteX5" fmla="*/ 73628 w 114300"/>
                <a:gd name="connsiteY5" fmla="*/ 54769 h 209550"/>
                <a:gd name="connsiteX6" fmla="*/ 109061 w 114300"/>
                <a:gd name="connsiteY6" fmla="*/ 54769 h 209550"/>
                <a:gd name="connsiteX7" fmla="*/ 109061 w 114300"/>
                <a:gd name="connsiteY7" fmla="*/ 73819 h 209550"/>
                <a:gd name="connsiteX8" fmla="*/ 73628 w 114300"/>
                <a:gd name="connsiteY8" fmla="*/ 73819 h 209550"/>
                <a:gd name="connsiteX9" fmla="*/ 73628 w 114300"/>
                <a:gd name="connsiteY9" fmla="*/ 171545 h 209550"/>
                <a:gd name="connsiteX10" fmla="*/ 75819 w 114300"/>
                <a:gd name="connsiteY10" fmla="*/ 179356 h 209550"/>
                <a:gd name="connsiteX11" fmla="*/ 85344 w 114300"/>
                <a:gd name="connsiteY11" fmla="*/ 182880 h 209550"/>
                <a:gd name="connsiteX12" fmla="*/ 109442 w 114300"/>
                <a:gd name="connsiteY12" fmla="*/ 172117 h 209550"/>
                <a:gd name="connsiteX13" fmla="*/ 109442 w 114300"/>
                <a:gd name="connsiteY13" fmla="*/ 193929 h 209550"/>
                <a:gd name="connsiteX14" fmla="*/ 66294 w 114300"/>
                <a:gd name="connsiteY14" fmla="*/ 210217 h 209550"/>
                <a:gd name="connsiteX15" fmla="*/ 30099 w 114300"/>
                <a:gd name="connsiteY15" fmla="*/ 172784 h 209550"/>
                <a:gd name="connsiteX16" fmla="*/ 30099 w 114300"/>
                <a:gd name="connsiteY16" fmla="*/ 73819 h 209550"/>
                <a:gd name="connsiteX17" fmla="*/ 7144 w 114300"/>
                <a:gd name="connsiteY17" fmla="*/ 73819 h 209550"/>
                <a:gd name="connsiteX18" fmla="*/ 7144 w 114300"/>
                <a:gd name="connsiteY18" fmla="*/ 54769 h 209550"/>
                <a:gd name="connsiteX19" fmla="*/ 29623 w 114300"/>
                <a:gd name="connsiteY19" fmla="*/ 54769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4300" h="209550">
                  <a:moveTo>
                    <a:pt x="29623" y="54959"/>
                  </a:moveTo>
                  <a:lnTo>
                    <a:pt x="29623" y="15431"/>
                  </a:lnTo>
                  <a:cubicBezTo>
                    <a:pt x="29570" y="10907"/>
                    <a:pt x="33194" y="7197"/>
                    <a:pt x="37718" y="7144"/>
                  </a:cubicBezTo>
                  <a:cubicBezTo>
                    <a:pt x="37750" y="7144"/>
                    <a:pt x="37782" y="7144"/>
                    <a:pt x="37814" y="7144"/>
                  </a:cubicBezTo>
                  <a:lnTo>
                    <a:pt x="73628" y="7144"/>
                  </a:lnTo>
                  <a:lnTo>
                    <a:pt x="73628" y="54769"/>
                  </a:lnTo>
                  <a:lnTo>
                    <a:pt x="109061" y="54769"/>
                  </a:lnTo>
                  <a:lnTo>
                    <a:pt x="109061" y="73819"/>
                  </a:lnTo>
                  <a:lnTo>
                    <a:pt x="73628" y="73819"/>
                  </a:lnTo>
                  <a:lnTo>
                    <a:pt x="73628" y="171545"/>
                  </a:lnTo>
                  <a:cubicBezTo>
                    <a:pt x="73523" y="174314"/>
                    <a:pt x="74290" y="177046"/>
                    <a:pt x="75819" y="179356"/>
                  </a:cubicBezTo>
                  <a:cubicBezTo>
                    <a:pt x="78164" y="182109"/>
                    <a:pt x="81772" y="183444"/>
                    <a:pt x="85344" y="182880"/>
                  </a:cubicBezTo>
                  <a:cubicBezTo>
                    <a:pt x="94383" y="182198"/>
                    <a:pt x="102902" y="178392"/>
                    <a:pt x="109442" y="172117"/>
                  </a:cubicBezTo>
                  <a:lnTo>
                    <a:pt x="109442" y="193929"/>
                  </a:lnTo>
                  <a:cubicBezTo>
                    <a:pt x="97282" y="204024"/>
                    <a:pt x="82092" y="209758"/>
                    <a:pt x="66294" y="210217"/>
                  </a:cubicBezTo>
                  <a:cubicBezTo>
                    <a:pt x="38290" y="210217"/>
                    <a:pt x="30099" y="190405"/>
                    <a:pt x="30099" y="172784"/>
                  </a:cubicBezTo>
                  <a:lnTo>
                    <a:pt x="30099" y="73819"/>
                  </a:lnTo>
                  <a:lnTo>
                    <a:pt x="7144" y="73819"/>
                  </a:lnTo>
                  <a:lnTo>
                    <a:pt x="7144" y="54769"/>
                  </a:lnTo>
                  <a:lnTo>
                    <a:pt x="29623" y="54769"/>
                  </a:lnTo>
                </a:path>
              </a:pathLst>
            </a:custGeom>
            <a:solidFill>
              <a:srgbClr val="000000"/>
            </a:solidFill>
            <a:ln w="9525" cap="flat">
              <a:noFill/>
              <a:prstDash val="solid"/>
              <a:miter/>
            </a:ln>
          </p:spPr>
          <p:txBody>
            <a:bodyPr rtlCol="0" anchor="ctr"/>
            <a:lstStyle/>
            <a:p>
              <a:endParaRPr lang="ja-JP" altLang="en-US"/>
            </a:p>
          </p:txBody>
        </p:sp>
      </p:grpSp>
    </p:spTree>
    <p:extLst>
      <p:ext uri="{BB962C8B-B14F-4D97-AF65-F5344CB8AC3E}">
        <p14:creationId xmlns:p14="http://schemas.microsoft.com/office/powerpoint/2010/main" val="2678414846"/>
      </p:ext>
    </p:extLst>
  </p:cSld>
  <p:clrMapOvr>
    <a:masterClrMapping/>
  </p:clrMapOvr>
  <p:extLst>
    <p:ext uri="{DCECCB84-F9BA-43D5-87BE-67443E8EF086}">
      <p15:sldGuideLst xmlns:p15="http://schemas.microsoft.com/office/powerpoint/2012/main">
        <p15:guide id="1" pos="3356" userDrawn="1">
          <p15:clr>
            <a:srgbClr val="FBAE40"/>
          </p15:clr>
        </p15:guide>
        <p15:guide id="2" orient="horz" pos="23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2" name="Text Placeholder 2">
            <a:extLst>
              <a:ext uri="{FF2B5EF4-FFF2-40B4-BE49-F238E27FC236}">
                <a16:creationId xmlns:a16="http://schemas.microsoft.com/office/drawing/2014/main" id="{67A6C1B5-E162-4DD3-805F-325B3D20DC35}"/>
              </a:ext>
            </a:extLst>
          </p:cNvPr>
          <p:cNvSpPr>
            <a:spLocks noGrp="1"/>
          </p:cNvSpPr>
          <p:nvPr>
            <p:ph type="body" idx="1"/>
          </p:nvPr>
        </p:nvSpPr>
        <p:spPr>
          <a:xfrm>
            <a:off x="577161" y="1026454"/>
            <a:ext cx="9505051" cy="5757539"/>
          </a:xfrm>
          <a:prstGeom prst="rect">
            <a:avLst/>
          </a:prstGeom>
          <a:ln>
            <a:noFill/>
          </a:ln>
        </p:spPr>
        <p:txBody>
          <a:bodyPr vert="horz" lIns="0" tIns="0" rIns="0" bIns="0" rtlCol="0">
            <a:noAutofit/>
          </a:bodyPr>
          <a:lstStyle/>
          <a:p>
            <a:r>
              <a:rPr lang="en-US" altLang="ja-JP" dirty="0">
                <a:latin typeface="Arial" panose="020B0604020202020204" pitchFamily="34" charset="0"/>
                <a:cs typeface="Arial" panose="020B0604020202020204" pitchFamily="34" charset="0"/>
              </a:rPr>
              <a:t>First Level Text, Arial 16pt, no bullet</a:t>
            </a:r>
          </a:p>
          <a:p>
            <a:pPr lvl="1"/>
            <a:r>
              <a:rPr lang="en-US" altLang="ja-JP" dirty="0">
                <a:latin typeface="Arial" panose="020B0604020202020204" pitchFamily="34" charset="0"/>
                <a:cs typeface="Arial" panose="020B0604020202020204" pitchFamily="34" charset="0"/>
              </a:rPr>
              <a:t>Second Level Text, Arial 14pt, bulleted</a:t>
            </a:r>
          </a:p>
          <a:p>
            <a:pPr lvl="2"/>
            <a:r>
              <a:rPr lang="en-US" altLang="ja-JP" dirty="0">
                <a:latin typeface="Arial" panose="020B0604020202020204" pitchFamily="34" charset="0"/>
                <a:cs typeface="Arial" panose="020B0604020202020204" pitchFamily="34" charset="0"/>
              </a:rPr>
              <a:t>Third Level Text, Arial 12pt, bulleted</a:t>
            </a:r>
          </a:p>
          <a:p>
            <a:pPr lvl="3"/>
            <a:r>
              <a:rPr lang="en-US" altLang="ja-JP" dirty="0">
                <a:latin typeface="Arial" panose="020B0604020202020204" pitchFamily="34" charset="0"/>
                <a:cs typeface="Arial" panose="020B0604020202020204" pitchFamily="34" charset="0"/>
              </a:rPr>
              <a:t>Fourth Level Text, Arial 12pt, bulleted</a:t>
            </a:r>
          </a:p>
          <a:p>
            <a:pPr lvl="4"/>
            <a:r>
              <a:rPr lang="en-US" altLang="ja-JP" dirty="0">
                <a:latin typeface="Arial" panose="020B0604020202020204" pitchFamily="34" charset="0"/>
                <a:cs typeface="Arial" panose="020B0604020202020204" pitchFamily="34" charset="0"/>
              </a:rPr>
              <a:t>Fifth Level Text, Arial 12pt, bulleted</a:t>
            </a:r>
          </a:p>
        </p:txBody>
      </p:sp>
      <p:sp>
        <p:nvSpPr>
          <p:cNvPr id="233" name="Title Placeholder 1">
            <a:extLst>
              <a:ext uri="{FF2B5EF4-FFF2-40B4-BE49-F238E27FC236}">
                <a16:creationId xmlns:a16="http://schemas.microsoft.com/office/drawing/2014/main" id="{00F19FBA-643A-4988-8614-D3FF23937C7D}"/>
              </a:ext>
            </a:extLst>
          </p:cNvPr>
          <p:cNvSpPr>
            <a:spLocks noGrp="1"/>
          </p:cNvSpPr>
          <p:nvPr>
            <p:ph type="title"/>
          </p:nvPr>
        </p:nvSpPr>
        <p:spPr>
          <a:xfrm>
            <a:off x="575123" y="155497"/>
            <a:ext cx="7272000" cy="538926"/>
          </a:xfrm>
          <a:prstGeom prst="rect">
            <a:avLst/>
          </a:prstGeom>
        </p:spPr>
        <p:txBody>
          <a:bodyPr vert="horz" lIns="0" tIns="0" rIns="0" bIns="0" rtlCol="0" anchor="b">
            <a:noAutofit/>
          </a:bodyPr>
          <a:lstStyle/>
          <a:p>
            <a:r>
              <a:rPr lang="en-US" altLang="ja-JP" dirty="0">
                <a:latin typeface="Arial" panose="020B0604020202020204" pitchFamily="34" charset="0"/>
                <a:cs typeface="Arial" panose="020B0604020202020204" pitchFamily="34" charset="0"/>
              </a:rPr>
              <a:t>Title</a:t>
            </a:r>
            <a:r>
              <a:rPr lang="ja-JP" altLang="en-US" dirty="0">
                <a:latin typeface="Arial" panose="020B0604020202020204" pitchFamily="34" charset="0"/>
                <a:cs typeface="Arial" panose="020B0604020202020204" pitchFamily="34" charset="0"/>
              </a:rPr>
              <a:t> </a:t>
            </a:r>
            <a:r>
              <a:rPr lang="en-US" altLang="ja-JP" dirty="0">
                <a:latin typeface="Arial" panose="020B0604020202020204" pitchFamily="34" charset="0"/>
                <a:cs typeface="Arial" panose="020B0604020202020204" pitchFamily="34" charset="0"/>
              </a:rPr>
              <a:t>20pt</a:t>
            </a:r>
            <a:endParaRPr lang="en-US" dirty="0"/>
          </a:p>
        </p:txBody>
      </p:sp>
      <p:sp>
        <p:nvSpPr>
          <p:cNvPr id="234" name="Slide Number Placeholder 5">
            <a:extLst>
              <a:ext uri="{FF2B5EF4-FFF2-40B4-BE49-F238E27FC236}">
                <a16:creationId xmlns:a16="http://schemas.microsoft.com/office/drawing/2014/main" id="{6CB5DD9E-5D4D-439D-95EA-A9055DCF535C}"/>
              </a:ext>
            </a:extLst>
          </p:cNvPr>
          <p:cNvSpPr>
            <a:spLocks noGrp="1"/>
          </p:cNvSpPr>
          <p:nvPr>
            <p:ph type="sldNum" sz="quarter" idx="4"/>
          </p:nvPr>
        </p:nvSpPr>
        <p:spPr>
          <a:xfrm>
            <a:off x="10223182" y="7071074"/>
            <a:ext cx="348731" cy="144000"/>
          </a:xfrm>
          <a:prstGeom prst="rect">
            <a:avLst/>
          </a:prstGeom>
        </p:spPr>
        <p:txBody>
          <a:bodyPr vert="horz" lIns="0" tIns="0" rIns="0" bIns="0" rtlCol="0" anchor="ctr"/>
          <a:lstStyle>
            <a:lvl1pPr algn="ctr" fontAlgn="ctr">
              <a:defRPr lang="ja-JP" altLang="en-US" sz="1100" smtClean="0">
                <a:solidFill>
                  <a:schemeClr val="tx1"/>
                </a:solidFill>
              </a:defRPr>
            </a:lvl1pPr>
          </a:lstStyle>
          <a:p>
            <a:fld id="{9FB9FBB1-FD5B-41A6-B84B-A229A6B4BB39}" type="slidenum">
              <a:rPr lang="en-US" altLang="ja-JP" smtClean="0"/>
              <a:pPr/>
              <a:t>‹#›</a:t>
            </a:fld>
            <a:endParaRPr lang="en-US" dirty="0"/>
          </a:p>
        </p:txBody>
      </p:sp>
      <p:sp>
        <p:nvSpPr>
          <p:cNvPr id="349" name="正方形/長方形 348">
            <a:extLst>
              <a:ext uri="{FF2B5EF4-FFF2-40B4-BE49-F238E27FC236}">
                <a16:creationId xmlns:a16="http://schemas.microsoft.com/office/drawing/2014/main" id="{AB2FC375-624D-4905-8E99-A2D2AC6700AA}"/>
              </a:ext>
            </a:extLst>
          </p:cNvPr>
          <p:cNvSpPr/>
          <p:nvPr userDrawn="1"/>
        </p:nvSpPr>
        <p:spPr>
          <a:xfrm>
            <a:off x="8036719" y="7060495"/>
            <a:ext cx="2150563" cy="143437"/>
          </a:xfrm>
          <a:prstGeom prst="rect">
            <a:avLst/>
          </a:prstGeom>
        </p:spPr>
        <p:txBody>
          <a:bodyPr wrap="square" lIns="0" tIns="0" rIns="0" bIns="0">
            <a:spAutoFit/>
          </a:bodyPr>
          <a:lstStyle/>
          <a:p>
            <a:pPr algn="r">
              <a:spcBef>
                <a:spcPts val="466"/>
              </a:spcBef>
            </a:pPr>
            <a:r>
              <a:rPr kumimoji="1" lang="en-US" altLang="ja-JP" sz="932" spc="-23" dirty="0">
                <a:latin typeface="Arial" panose="020B0604020202020204" pitchFamily="34" charset="0"/>
                <a:ea typeface="メイリオ" panose="020B0604030504040204" pitchFamily="50" charset="-128"/>
                <a:cs typeface="Arial" panose="020B0604020202020204" pitchFamily="34" charset="0"/>
              </a:rPr>
              <a:t>FUJIFILM</a:t>
            </a:r>
            <a:r>
              <a:rPr kumimoji="1" lang="ja-JP" altLang="en-US" sz="932" spc="-23" dirty="0">
                <a:latin typeface="Arial" panose="020B0604020202020204" pitchFamily="34" charset="0"/>
                <a:ea typeface="メイリオ" panose="020B0604030504040204" pitchFamily="50" charset="-128"/>
                <a:cs typeface="Arial" panose="020B0604020202020204" pitchFamily="34" charset="0"/>
              </a:rPr>
              <a:t> </a:t>
            </a:r>
            <a:r>
              <a:rPr kumimoji="1" lang="en-US" altLang="ja-JP" sz="932" spc="-23" dirty="0">
                <a:latin typeface="Arial" panose="020B0604020202020204" pitchFamily="34" charset="0"/>
                <a:ea typeface="メイリオ" panose="020B0604030504040204" pitchFamily="50" charset="-128"/>
                <a:cs typeface="Arial" panose="020B0604020202020204" pitchFamily="34" charset="0"/>
              </a:rPr>
              <a:t>Holdings</a:t>
            </a:r>
            <a:r>
              <a:rPr kumimoji="1" lang="ja-JP" altLang="en-US" sz="932" spc="-23" dirty="0">
                <a:latin typeface="Arial" panose="020B0604020202020204" pitchFamily="34" charset="0"/>
                <a:ea typeface="メイリオ" panose="020B0604030504040204" pitchFamily="50" charset="-128"/>
                <a:cs typeface="Arial" panose="020B0604020202020204" pitchFamily="34" charset="0"/>
              </a:rPr>
              <a:t> </a:t>
            </a:r>
            <a:r>
              <a:rPr kumimoji="1" lang="en-US" altLang="ja-JP" sz="932" spc="-23" dirty="0">
                <a:latin typeface="Arial" panose="020B0604020202020204" pitchFamily="34" charset="0"/>
                <a:ea typeface="メイリオ" panose="020B0604030504040204" pitchFamily="50" charset="-128"/>
                <a:cs typeface="Arial" panose="020B0604020202020204" pitchFamily="34" charset="0"/>
              </a:rPr>
              <a:t>Corporation</a:t>
            </a:r>
            <a:endParaRPr kumimoji="1" lang="ja-JP" altLang="en-US" sz="932" spc="-23" dirty="0" err="1">
              <a:latin typeface="Arial" panose="020B0604020202020204" pitchFamily="34" charset="0"/>
              <a:ea typeface="メイリオ" panose="020B0604030504040204" pitchFamily="50" charset="-128"/>
              <a:cs typeface="Arial" panose="020B0604020202020204" pitchFamily="34" charset="0"/>
            </a:endParaRPr>
          </a:p>
        </p:txBody>
      </p:sp>
      <p:cxnSp>
        <p:nvCxnSpPr>
          <p:cNvPr id="350" name="直線コネクタ 349">
            <a:extLst>
              <a:ext uri="{FF2B5EF4-FFF2-40B4-BE49-F238E27FC236}">
                <a16:creationId xmlns:a16="http://schemas.microsoft.com/office/drawing/2014/main" id="{10693E2A-04A0-4D85-93E5-66009416BC15}"/>
              </a:ext>
            </a:extLst>
          </p:cNvPr>
          <p:cNvCxnSpPr>
            <a:cxnSpLocks/>
          </p:cNvCxnSpPr>
          <p:nvPr userDrawn="1"/>
        </p:nvCxnSpPr>
        <p:spPr>
          <a:xfrm>
            <a:off x="143650" y="804857"/>
            <a:ext cx="10368000" cy="0"/>
          </a:xfrm>
          <a:prstGeom prst="line">
            <a:avLst/>
          </a:prstGeom>
          <a:ln w="9525">
            <a:solidFill>
              <a:srgbClr val="333333"/>
            </a:solidFill>
          </a:ln>
        </p:spPr>
        <p:style>
          <a:lnRef idx="1">
            <a:schemeClr val="accent1"/>
          </a:lnRef>
          <a:fillRef idx="0">
            <a:schemeClr val="accent1"/>
          </a:fillRef>
          <a:effectRef idx="0">
            <a:schemeClr val="accent1"/>
          </a:effectRef>
          <a:fontRef idx="minor">
            <a:schemeClr val="tx1"/>
          </a:fontRef>
        </p:style>
      </p:cxnSp>
      <p:grpSp>
        <p:nvGrpSpPr>
          <p:cNvPr id="12" name="グループ化 11">
            <a:extLst>
              <a:ext uri="{FF2B5EF4-FFF2-40B4-BE49-F238E27FC236}">
                <a16:creationId xmlns:a16="http://schemas.microsoft.com/office/drawing/2014/main" id="{5E3D507F-69F2-4026-A32E-72D89C293F3F}"/>
              </a:ext>
            </a:extLst>
          </p:cNvPr>
          <p:cNvGrpSpPr/>
          <p:nvPr userDrawn="1"/>
        </p:nvGrpSpPr>
        <p:grpSpPr>
          <a:xfrm>
            <a:off x="8483140" y="242602"/>
            <a:ext cx="1952864" cy="508855"/>
            <a:chOff x="8531225" y="257122"/>
            <a:chExt cx="1952864" cy="508855"/>
          </a:xfrm>
        </p:grpSpPr>
        <p:sp>
          <p:nvSpPr>
            <p:cNvPr id="13" name="正方形/長方形 12">
              <a:extLst>
                <a:ext uri="{FF2B5EF4-FFF2-40B4-BE49-F238E27FC236}">
                  <a16:creationId xmlns:a16="http://schemas.microsoft.com/office/drawing/2014/main" id="{8527DB93-9B3C-445F-B95B-5073205D8680}"/>
                </a:ext>
              </a:extLst>
            </p:cNvPr>
            <p:cNvSpPr/>
            <p:nvPr userDrawn="1"/>
          </p:nvSpPr>
          <p:spPr>
            <a:xfrm>
              <a:off x="8531225" y="257122"/>
              <a:ext cx="1952864" cy="453600"/>
            </a:xfrm>
            <a:prstGeom prst="rect">
              <a:avLst/>
            </a:prstGeom>
            <a:solidFill>
              <a:srgbClr val="FFFFFF">
                <a:alpha val="74902"/>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sz="2059" dirty="0"/>
            </a:p>
          </p:txBody>
        </p:sp>
        <p:sp>
          <p:nvSpPr>
            <p:cNvPr id="14" name="テキスト ボックス 18">
              <a:extLst>
                <a:ext uri="{FF2B5EF4-FFF2-40B4-BE49-F238E27FC236}">
                  <a16:creationId xmlns:a16="http://schemas.microsoft.com/office/drawing/2014/main" id="{79A1347E-D732-4F55-9D44-632F0FF1AF81}"/>
                </a:ext>
              </a:extLst>
            </p:cNvPr>
            <p:cNvSpPr txBox="1"/>
            <p:nvPr userDrawn="1"/>
          </p:nvSpPr>
          <p:spPr>
            <a:xfrm>
              <a:off x="8597002" y="289587"/>
              <a:ext cx="1751245" cy="115178"/>
            </a:xfrm>
            <a:prstGeom prst="rect">
              <a:avLst/>
            </a:prstGeom>
            <a:noFill/>
          </p:spPr>
          <p:txBody>
            <a:bodyPr wrap="none" lIns="0" tIns="0" rIns="0" bIns="0" rtlCol="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dist">
                <a:defRPr/>
              </a:pPr>
              <a:r>
                <a:rPr lang="en-US" altLang="ja-JP" sz="840" b="0" dirty="0">
                  <a:latin typeface="Arial" panose="020B0604020202020204" pitchFamily="34" charset="0"/>
                  <a:cs typeface="Arial" panose="020B0604020202020204" pitchFamily="34" charset="0"/>
                </a:rPr>
                <a:t>Fujifilm Internal Use Onl</a:t>
              </a:r>
              <a:r>
                <a:rPr lang="en-US" altLang="ja-JP" sz="840" b="0" spc="200" baseline="0" dirty="0">
                  <a:latin typeface="Arial" panose="020B0604020202020204" pitchFamily="34" charset="0"/>
                  <a:cs typeface="Arial" panose="020B0604020202020204" pitchFamily="34" charset="0"/>
                </a:rPr>
                <a:t>y</a:t>
              </a:r>
              <a:r>
                <a:rPr lang="en-US" altLang="ja-JP" sz="840" b="0" spc="117" dirty="0">
                  <a:latin typeface="Arial" panose="020B0604020202020204" pitchFamily="34" charset="0"/>
                  <a:cs typeface="Arial" panose="020B0604020202020204" pitchFamily="34" charset="0"/>
                </a:rPr>
                <a:t> </a:t>
              </a:r>
              <a:endParaRPr kumimoji="1" lang="en-US" altLang="ja-JP" sz="840" b="0" spc="117" dirty="0">
                <a:latin typeface="Arial" panose="020B0604020202020204" pitchFamily="34" charset="0"/>
                <a:ea typeface="ＭＳ Ｐゴシック" pitchFamily="50" charset="-128"/>
                <a:cs typeface="Arial" panose="020B0604020202020204" pitchFamily="34" charset="0"/>
              </a:endParaRPr>
            </a:p>
          </p:txBody>
        </p:sp>
        <p:sp>
          <p:nvSpPr>
            <p:cNvPr id="15" name="テキスト ボックス 19">
              <a:extLst>
                <a:ext uri="{FF2B5EF4-FFF2-40B4-BE49-F238E27FC236}">
                  <a16:creationId xmlns:a16="http://schemas.microsoft.com/office/drawing/2014/main" id="{BAEDAC95-60DE-4E8F-A0A7-85BC9BEF6287}"/>
                </a:ext>
              </a:extLst>
            </p:cNvPr>
            <p:cNvSpPr txBox="1"/>
            <p:nvPr userDrawn="1"/>
          </p:nvSpPr>
          <p:spPr>
            <a:xfrm>
              <a:off x="8600177" y="417645"/>
              <a:ext cx="441193" cy="348332"/>
            </a:xfrm>
            <a:prstGeom prst="rect">
              <a:avLst/>
            </a:prstGeom>
            <a:noFill/>
            <a:ln w="3175" algn="ctr">
              <a:noFill/>
              <a:miter lim="800000"/>
              <a:headEnd/>
              <a:tailEnd/>
            </a:ln>
            <a:effectLst/>
          </p:spPr>
          <p:txBody>
            <a:bodyPr lIns="0" tIns="0" rIns="0" bIns="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990624">
                <a:lnSpc>
                  <a:spcPts val="680"/>
                </a:lnSpc>
                <a:tabLst>
                  <a:tab pos="421211" algn="l"/>
                </a:tabLst>
                <a:defRPr/>
              </a:pPr>
              <a:r>
                <a:rPr lang="en-US" altLang="zh-TW" sz="600" b="0" kern="400" spc="0" baseline="0" dirty="0">
                  <a:latin typeface="Arial" panose="020B0604020202020204" pitchFamily="34" charset="0"/>
                  <a:ea typeface="Meiryo" panose="020B0604030504040204" pitchFamily="34" charset="-128"/>
                  <a:cs typeface="Arial" panose="020B0604020202020204" pitchFamily="34" charset="0"/>
                </a:rPr>
                <a:t>Disclosed to:</a:t>
              </a:r>
            </a:p>
            <a:p>
              <a:pPr algn="l" defTabSz="990624">
                <a:lnSpc>
                  <a:spcPts val="680"/>
                </a:lnSpc>
                <a:tabLst>
                  <a:tab pos="421211" algn="l"/>
                </a:tabLst>
                <a:defRPr/>
              </a:pPr>
              <a:r>
                <a:rPr lang="en-US" altLang="zh-TW" sz="600" b="0" kern="400" spc="0" baseline="0" dirty="0">
                  <a:latin typeface="Arial" panose="020B0604020202020204" pitchFamily="34" charset="0"/>
                  <a:ea typeface="Meiryo" panose="020B0604030504040204" pitchFamily="34" charset="-128"/>
                  <a:cs typeface="Arial" panose="020B0604020202020204" pitchFamily="34" charset="0"/>
                </a:rPr>
                <a:t>Prepared by:</a:t>
              </a:r>
              <a:endParaRPr lang="zh-TW" altLang="en-US" sz="600" b="0" kern="400" spc="0" baseline="0" dirty="0">
                <a:latin typeface="Arial" panose="020B0604020202020204" pitchFamily="34" charset="0"/>
                <a:ea typeface="Meiryo" panose="020B0604030504040204" pitchFamily="34" charset="-128"/>
                <a:cs typeface="Arial" panose="020B0604020202020204" pitchFamily="34" charset="0"/>
              </a:endParaRPr>
            </a:p>
            <a:p>
              <a:pPr algn="l" defTabSz="990624">
                <a:lnSpc>
                  <a:spcPts val="680"/>
                </a:lnSpc>
                <a:tabLst>
                  <a:tab pos="421211" algn="l"/>
                </a:tabLst>
                <a:defRPr/>
              </a:pPr>
              <a:r>
                <a:rPr lang="en-US" altLang="zh-TW" sz="600" b="0" kern="400" spc="0" baseline="0" dirty="0">
                  <a:latin typeface="Arial" panose="020B0604020202020204" pitchFamily="34" charset="0"/>
                  <a:ea typeface="Meiryo" panose="020B0604030504040204" pitchFamily="34" charset="-128"/>
                  <a:cs typeface="Arial" panose="020B0604020202020204" pitchFamily="34" charset="0"/>
                </a:rPr>
                <a:t>Handling :</a:t>
              </a:r>
              <a:endParaRPr lang="zh-TW" altLang="en-US" sz="600" b="0" kern="400" spc="0" baseline="0" dirty="0">
                <a:latin typeface="Arial" panose="020B0604020202020204" pitchFamily="34" charset="0"/>
                <a:ea typeface="Meiryo" panose="020B0604030504040204" pitchFamily="34" charset="-128"/>
                <a:cs typeface="Arial" panose="020B0604020202020204" pitchFamily="34" charset="0"/>
              </a:endParaRPr>
            </a:p>
          </p:txBody>
        </p:sp>
        <p:sp>
          <p:nvSpPr>
            <p:cNvPr id="16" name="テキスト ボックス 20">
              <a:extLst>
                <a:ext uri="{FF2B5EF4-FFF2-40B4-BE49-F238E27FC236}">
                  <a16:creationId xmlns:a16="http://schemas.microsoft.com/office/drawing/2014/main" id="{7F2F154F-50ED-4E97-8ED1-8233F91E608B}"/>
                </a:ext>
              </a:extLst>
            </p:cNvPr>
            <p:cNvSpPr txBox="1"/>
            <p:nvPr userDrawn="1"/>
          </p:nvSpPr>
          <p:spPr>
            <a:xfrm>
              <a:off x="9074149" y="417645"/>
              <a:ext cx="1337469" cy="326395"/>
            </a:xfrm>
            <a:prstGeom prst="rect">
              <a:avLst/>
            </a:prstGeom>
            <a:noFill/>
            <a:ln w="3175" algn="ctr">
              <a:noFill/>
              <a:miter lim="800000"/>
              <a:headEnd/>
              <a:tailEnd/>
            </a:ln>
            <a:effectLst/>
          </p:spPr>
          <p:txBody>
            <a:bodyPr lIns="0" tIns="0" rIns="0" bIns="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90624">
                <a:lnSpc>
                  <a:spcPts val="680"/>
                </a:lnSpc>
                <a:defRPr/>
              </a:pPr>
              <a:r>
                <a:rPr lang="en-US" altLang="ja-JP" sz="600" b="0" baseline="0" dirty="0">
                  <a:latin typeface="Arial" panose="020B0604020202020204" pitchFamily="34" charset="0"/>
                  <a:ea typeface="Meiryo" panose="020B0604030504040204" pitchFamily="34" charset="-128"/>
                  <a:cs typeface="Arial" panose="020B0604020202020204" pitchFamily="34" charset="0"/>
                </a:rPr>
                <a:t>FBAP ICT</a:t>
              </a:r>
            </a:p>
            <a:p>
              <a:pPr defTabSz="990624">
                <a:lnSpc>
                  <a:spcPts val="680"/>
                </a:lnSpc>
                <a:defRPr/>
              </a:pPr>
              <a:r>
                <a:rPr lang="en-US" altLang="ja-JP" sz="600" b="0" baseline="0" dirty="0">
                  <a:latin typeface="Arial" panose="020B0604020202020204" pitchFamily="34" charset="0"/>
                  <a:ea typeface="Meiryo" panose="020B0604030504040204" pitchFamily="34" charset="-128"/>
                  <a:cs typeface="Arial" panose="020B0604020202020204" pitchFamily="34" charset="0"/>
                </a:rPr>
                <a:t>Prasad, Sep 25, 2025, ICT</a:t>
              </a:r>
            </a:p>
            <a:p>
              <a:pPr defTabSz="914455">
                <a:lnSpc>
                  <a:spcPts val="680"/>
                </a:lnSpc>
                <a:defRPr/>
              </a:pPr>
              <a:endParaRPr lang="en-US" altLang="ja-JP" sz="600" b="0" dirty="0">
                <a:latin typeface="Arial" panose="020B0604020202020204" pitchFamily="34" charset="0"/>
                <a:ea typeface="Meiryo" panose="020B0604030504040204" pitchFamily="34" charset="-128"/>
                <a:cs typeface="Arial" panose="020B0604020202020204" pitchFamily="34" charset="0"/>
              </a:endParaRPr>
            </a:p>
          </p:txBody>
        </p:sp>
      </p:grpSp>
    </p:spTree>
    <p:extLst>
      <p:ext uri="{BB962C8B-B14F-4D97-AF65-F5344CB8AC3E}">
        <p14:creationId xmlns:p14="http://schemas.microsoft.com/office/powerpoint/2010/main" val="3801862492"/>
      </p:ext>
    </p:extLst>
  </p:cSld>
  <p:clrMap bg1="lt1" tx1="dk1" bg2="lt2" tx2="dk2" accent1="accent1" accent2="accent2" accent3="accent3" accent4="accent4" accent5="accent5" accent6="accent6" hlink="hlink" folHlink="folHlink"/>
  <p:sldLayoutIdLst>
    <p:sldLayoutId id="2147483675" r:id="rId1"/>
    <p:sldLayoutId id="2147483688" r:id="rId2"/>
    <p:sldLayoutId id="2147483668" r:id="rId3"/>
    <p:sldLayoutId id="2147483676" r:id="rId4"/>
    <p:sldLayoutId id="2147483677" r:id="rId5"/>
    <p:sldLayoutId id="2147483667" r:id="rId6"/>
  </p:sldLayoutIdLst>
  <p:hf hdr="0" ftr="0" dt="0"/>
  <p:txStyles>
    <p:titleStyle>
      <a:lvl1pPr algn="l" defTabSz="984077" rtl="0" eaLnBrk="1" fontAlgn="ctr" latinLnBrk="0" hangingPunct="1">
        <a:lnSpc>
          <a:spcPct val="100000"/>
        </a:lnSpc>
        <a:spcBef>
          <a:spcPct val="0"/>
        </a:spcBef>
        <a:buNone/>
        <a:defRPr kumimoji="1" sz="2000" kern="1200">
          <a:solidFill>
            <a:schemeClr val="tx1"/>
          </a:solidFill>
          <a:latin typeface="+mj-lt"/>
          <a:ea typeface="+mj-ea"/>
          <a:cs typeface="+mj-cs"/>
        </a:defRPr>
      </a:lvl1pPr>
    </p:titleStyle>
    <p:bodyStyle>
      <a:lvl1pPr marL="0" indent="0" algn="l" defTabSz="984077" rtl="0" eaLnBrk="1" latinLnBrk="0" hangingPunct="1">
        <a:lnSpc>
          <a:spcPct val="110000"/>
        </a:lnSpc>
        <a:spcBef>
          <a:spcPts val="0"/>
        </a:spcBef>
        <a:spcAft>
          <a:spcPts val="400"/>
        </a:spcAft>
        <a:buFontTx/>
        <a:buNone/>
        <a:defRPr kumimoji="1" sz="1600" kern="1200">
          <a:solidFill>
            <a:schemeClr val="tx1"/>
          </a:solidFill>
          <a:latin typeface="+mn-lt"/>
          <a:ea typeface="+mn-ea"/>
          <a:cs typeface="+mn-cs"/>
        </a:defRPr>
      </a:lvl1pPr>
      <a:lvl2pPr marL="136800" indent="-136800" algn="l" defTabSz="984077" rtl="0" eaLnBrk="1" latinLnBrk="0" hangingPunct="1">
        <a:lnSpc>
          <a:spcPct val="110000"/>
        </a:lnSpc>
        <a:spcBef>
          <a:spcPts val="0"/>
        </a:spcBef>
        <a:spcAft>
          <a:spcPts val="400"/>
        </a:spcAft>
        <a:buFont typeface="Arial" panose="020B0604020202020204" pitchFamily="34" charset="0"/>
        <a:buChar char="•"/>
        <a:defRPr kumimoji="1" sz="1400" kern="1200">
          <a:solidFill>
            <a:schemeClr val="tx1"/>
          </a:solidFill>
          <a:latin typeface="+mn-lt"/>
          <a:ea typeface="+mn-ea"/>
          <a:cs typeface="+mn-cs"/>
        </a:defRPr>
      </a:lvl2pPr>
      <a:lvl3pPr marL="324000" indent="-169200" algn="l" defTabSz="984077" rtl="0" eaLnBrk="1" latinLnBrk="0" hangingPunct="1">
        <a:lnSpc>
          <a:spcPct val="110000"/>
        </a:lnSpc>
        <a:spcBef>
          <a:spcPts val="0"/>
        </a:spcBef>
        <a:spcAft>
          <a:spcPts val="400"/>
        </a:spcAft>
        <a:buFont typeface="Arial" panose="020B0604020202020204" pitchFamily="34" charset="0"/>
        <a:buChar char="‒"/>
        <a:defRPr kumimoji="1" sz="1200" kern="1200">
          <a:solidFill>
            <a:schemeClr val="tx1"/>
          </a:solidFill>
          <a:latin typeface="+mn-lt"/>
          <a:ea typeface="+mn-ea"/>
          <a:cs typeface="+mn-cs"/>
        </a:defRPr>
      </a:lvl3pPr>
      <a:lvl4pPr marL="486000" indent="-129600" algn="l" defTabSz="984077" rtl="0" eaLnBrk="1" latinLnBrk="0" hangingPunct="1">
        <a:lnSpc>
          <a:spcPct val="110000"/>
        </a:lnSpc>
        <a:spcBef>
          <a:spcPts val="0"/>
        </a:spcBef>
        <a:spcAft>
          <a:spcPts val="400"/>
        </a:spcAft>
        <a:buFont typeface="Arial" panose="020B0604020202020204" pitchFamily="34" charset="0"/>
        <a:buChar char="•"/>
        <a:defRPr kumimoji="1" sz="1200" kern="1200">
          <a:solidFill>
            <a:schemeClr val="tx1"/>
          </a:solidFill>
          <a:latin typeface="+mn-lt"/>
          <a:ea typeface="+mn-ea"/>
          <a:cs typeface="+mn-cs"/>
        </a:defRPr>
      </a:lvl4pPr>
      <a:lvl5pPr marL="648000" indent="-129600" algn="l" defTabSz="984077" rtl="0" eaLnBrk="1" latinLnBrk="0" hangingPunct="1">
        <a:lnSpc>
          <a:spcPct val="110000"/>
        </a:lnSpc>
        <a:spcBef>
          <a:spcPts val="0"/>
        </a:spcBef>
        <a:spcAft>
          <a:spcPts val="400"/>
        </a:spcAft>
        <a:buFont typeface="Arial" panose="020B0604020202020204" pitchFamily="34" charset="0"/>
        <a:buChar char="‒"/>
        <a:defRPr kumimoji="1" sz="1200" kern="1200">
          <a:solidFill>
            <a:schemeClr val="tx1"/>
          </a:solidFill>
          <a:latin typeface="+mn-lt"/>
          <a:ea typeface="+mn-ea"/>
          <a:cs typeface="+mn-cs"/>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p:bodyStyle>
    <p:otherStyle>
      <a:defPPr>
        <a:defRPr lang="en-US"/>
      </a:defPPr>
      <a:lvl1pPr marL="0" algn="l" defTabSz="984077" rtl="0" eaLnBrk="1" latinLnBrk="0" hangingPunct="1">
        <a:defRPr kumimoji="1" sz="1937" kern="1200">
          <a:solidFill>
            <a:schemeClr val="tx1"/>
          </a:solidFill>
          <a:latin typeface="+mn-lt"/>
          <a:ea typeface="+mn-ea"/>
          <a:cs typeface="+mn-cs"/>
        </a:defRPr>
      </a:lvl1pPr>
      <a:lvl2pPr marL="492039" algn="l" defTabSz="984077" rtl="0" eaLnBrk="1" latinLnBrk="0" hangingPunct="1">
        <a:defRPr kumimoji="1" sz="1937" kern="1200">
          <a:solidFill>
            <a:schemeClr val="tx1"/>
          </a:solidFill>
          <a:latin typeface="+mn-lt"/>
          <a:ea typeface="+mn-ea"/>
          <a:cs typeface="+mn-cs"/>
        </a:defRPr>
      </a:lvl2pPr>
      <a:lvl3pPr marL="984077" algn="l" defTabSz="984077" rtl="0" eaLnBrk="1" latinLnBrk="0" hangingPunct="1">
        <a:defRPr kumimoji="1" sz="1937" kern="1200">
          <a:solidFill>
            <a:schemeClr val="tx1"/>
          </a:solidFill>
          <a:latin typeface="+mn-lt"/>
          <a:ea typeface="+mn-ea"/>
          <a:cs typeface="+mn-cs"/>
        </a:defRPr>
      </a:lvl3pPr>
      <a:lvl4pPr marL="1476116" algn="l" defTabSz="984077" rtl="0" eaLnBrk="1" latinLnBrk="0" hangingPunct="1">
        <a:defRPr kumimoji="1" sz="1937" kern="1200">
          <a:solidFill>
            <a:schemeClr val="tx1"/>
          </a:solidFill>
          <a:latin typeface="+mn-lt"/>
          <a:ea typeface="+mn-ea"/>
          <a:cs typeface="+mn-cs"/>
        </a:defRPr>
      </a:lvl4pPr>
      <a:lvl5pPr marL="1968155" algn="l" defTabSz="984077" rtl="0" eaLnBrk="1" latinLnBrk="0" hangingPunct="1">
        <a:defRPr kumimoji="1" sz="1937" kern="1200">
          <a:solidFill>
            <a:schemeClr val="tx1"/>
          </a:solidFill>
          <a:latin typeface="+mn-lt"/>
          <a:ea typeface="+mn-ea"/>
          <a:cs typeface="+mn-cs"/>
        </a:defRPr>
      </a:lvl5pPr>
      <a:lvl6pPr marL="2460193" algn="l" defTabSz="984077" rtl="0" eaLnBrk="1" latinLnBrk="0" hangingPunct="1">
        <a:defRPr kumimoji="1" sz="1937" kern="1200">
          <a:solidFill>
            <a:schemeClr val="tx1"/>
          </a:solidFill>
          <a:latin typeface="+mn-lt"/>
          <a:ea typeface="+mn-ea"/>
          <a:cs typeface="+mn-cs"/>
        </a:defRPr>
      </a:lvl6pPr>
      <a:lvl7pPr marL="2952232" algn="l" defTabSz="984077" rtl="0" eaLnBrk="1" latinLnBrk="0" hangingPunct="1">
        <a:defRPr kumimoji="1" sz="1937" kern="1200">
          <a:solidFill>
            <a:schemeClr val="tx1"/>
          </a:solidFill>
          <a:latin typeface="+mn-lt"/>
          <a:ea typeface="+mn-ea"/>
          <a:cs typeface="+mn-cs"/>
        </a:defRPr>
      </a:lvl7pPr>
      <a:lvl8pPr marL="3444270" algn="l" defTabSz="984077" rtl="0" eaLnBrk="1" latinLnBrk="0" hangingPunct="1">
        <a:defRPr kumimoji="1" sz="1937" kern="1200">
          <a:solidFill>
            <a:schemeClr val="tx1"/>
          </a:solidFill>
          <a:latin typeface="+mn-lt"/>
          <a:ea typeface="+mn-ea"/>
          <a:cs typeface="+mn-cs"/>
        </a:defRPr>
      </a:lvl8pPr>
      <a:lvl9pPr marL="3936309" algn="l" defTabSz="984077" rtl="0" eaLnBrk="1" latinLnBrk="0" hangingPunct="1">
        <a:defRPr kumimoji="1" sz="1937"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12.jpeg"/><Relationship Id="rId4" Type="http://schemas.openxmlformats.org/officeDocument/2006/relationships/image" Target="../media/image11.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5AFF550-D86C-48FB-895A-00A93103A83B}"/>
              </a:ext>
            </a:extLst>
          </p:cNvPr>
          <p:cNvSpPr>
            <a:spLocks noGrp="1"/>
          </p:cNvSpPr>
          <p:nvPr>
            <p:ph type="body" sz="quarter" idx="14"/>
          </p:nvPr>
        </p:nvSpPr>
        <p:spPr/>
        <p:txBody>
          <a:bodyPr/>
          <a:lstStyle/>
          <a:p>
            <a:r>
              <a:rPr lang="en-US" altLang="ja-JP" dirty="0">
                <a:latin typeface="Arial" panose="020B0604020202020204" pitchFamily="34" charset="0"/>
              </a:rPr>
              <a:t>December 05, 2025</a:t>
            </a:r>
          </a:p>
        </p:txBody>
      </p:sp>
      <p:sp>
        <p:nvSpPr>
          <p:cNvPr id="3" name="テキスト プレースホルダー 2">
            <a:extLst>
              <a:ext uri="{FF2B5EF4-FFF2-40B4-BE49-F238E27FC236}">
                <a16:creationId xmlns:a16="http://schemas.microsoft.com/office/drawing/2014/main" id="{B77DFF3B-E4F9-47DD-A75C-C61995A4F344}"/>
              </a:ext>
            </a:extLst>
          </p:cNvPr>
          <p:cNvSpPr>
            <a:spLocks noGrp="1"/>
          </p:cNvSpPr>
          <p:nvPr>
            <p:ph type="body" sz="quarter" idx="15"/>
          </p:nvPr>
        </p:nvSpPr>
        <p:spPr>
          <a:xfrm>
            <a:off x="750351" y="4368817"/>
            <a:ext cx="3888000" cy="432000"/>
          </a:xfrm>
        </p:spPr>
        <p:txBody>
          <a:bodyPr/>
          <a:lstStyle/>
          <a:p>
            <a:r>
              <a:rPr lang="en-US" altLang="ja-JP" dirty="0"/>
              <a:t>FBAP-ICT / Satya Veera Prasad M</a:t>
            </a:r>
          </a:p>
        </p:txBody>
      </p:sp>
      <p:sp>
        <p:nvSpPr>
          <p:cNvPr id="4" name="タイトル 3">
            <a:extLst>
              <a:ext uri="{FF2B5EF4-FFF2-40B4-BE49-F238E27FC236}">
                <a16:creationId xmlns:a16="http://schemas.microsoft.com/office/drawing/2014/main" id="{76356A5E-5FC8-47CA-AD2B-888BF3856D6D}"/>
              </a:ext>
            </a:extLst>
          </p:cNvPr>
          <p:cNvSpPr>
            <a:spLocks noGrp="1"/>
          </p:cNvSpPr>
          <p:nvPr>
            <p:ph type="ctrTitle"/>
          </p:nvPr>
        </p:nvSpPr>
        <p:spPr/>
        <p:txBody>
          <a:bodyPr/>
          <a:lstStyle/>
          <a:p>
            <a:r>
              <a:rPr kumimoji="1" lang="en-AU" altLang="ja-JP" dirty="0"/>
              <a:t>AI Training Material</a:t>
            </a:r>
            <a:endParaRPr kumimoji="1" lang="ja-JP" altLang="en-US" dirty="0"/>
          </a:p>
        </p:txBody>
      </p:sp>
      <p:sp>
        <p:nvSpPr>
          <p:cNvPr id="5" name="字幕 4">
            <a:extLst>
              <a:ext uri="{FF2B5EF4-FFF2-40B4-BE49-F238E27FC236}">
                <a16:creationId xmlns:a16="http://schemas.microsoft.com/office/drawing/2014/main" id="{E0F2C8D5-AE78-49C9-9F6F-681C6B3AC99E}"/>
              </a:ext>
            </a:extLst>
          </p:cNvPr>
          <p:cNvSpPr>
            <a:spLocks noGrp="1"/>
          </p:cNvSpPr>
          <p:nvPr>
            <p:ph type="subTitle" idx="1"/>
          </p:nvPr>
        </p:nvSpPr>
        <p:spPr>
          <a:xfrm>
            <a:off x="750353" y="3161705"/>
            <a:ext cx="9359876" cy="212400"/>
          </a:xfrm>
        </p:spPr>
        <p:txBody>
          <a:bodyPr/>
          <a:lstStyle/>
          <a:p>
            <a:r>
              <a:rPr kumimoji="0" lang="en-US" altLang="ja-JP" dirty="0"/>
              <a:t>Practical Session</a:t>
            </a:r>
            <a:endParaRPr kumimoji="0" lang="ja-JP" altLang="ja-JP" dirty="0"/>
          </a:p>
        </p:txBody>
      </p:sp>
      <p:sp>
        <p:nvSpPr>
          <p:cNvPr id="6" name="テキスト プレースホルダー 5">
            <a:extLst>
              <a:ext uri="{FF2B5EF4-FFF2-40B4-BE49-F238E27FC236}">
                <a16:creationId xmlns:a16="http://schemas.microsoft.com/office/drawing/2014/main" id="{816BB5CE-D48C-4B3C-AB4B-1CB4D8E7149C}"/>
              </a:ext>
            </a:extLst>
          </p:cNvPr>
          <p:cNvSpPr>
            <a:spLocks noGrp="1"/>
          </p:cNvSpPr>
          <p:nvPr>
            <p:ph type="body" sz="quarter" idx="13"/>
          </p:nvPr>
        </p:nvSpPr>
        <p:spPr/>
        <p:txBody>
          <a:bodyPr/>
          <a:lstStyle/>
          <a:p>
            <a:endParaRPr kumimoji="1" lang="ja-JP" altLang="en-US" dirty="0"/>
          </a:p>
        </p:txBody>
      </p:sp>
      <p:sp>
        <p:nvSpPr>
          <p:cNvPr id="7" name="テキスト プレースホルダー 6">
            <a:extLst>
              <a:ext uri="{FF2B5EF4-FFF2-40B4-BE49-F238E27FC236}">
                <a16:creationId xmlns:a16="http://schemas.microsoft.com/office/drawing/2014/main" id="{CE03708A-341F-42A9-A92B-27BE5CC8D2B4}"/>
              </a:ext>
            </a:extLst>
          </p:cNvPr>
          <p:cNvSpPr>
            <a:spLocks noGrp="1"/>
          </p:cNvSpPr>
          <p:nvPr>
            <p:ph type="body" sz="quarter" idx="16"/>
          </p:nvPr>
        </p:nvSpPr>
        <p:spPr/>
        <p:txBody>
          <a:bodyPr/>
          <a:lstStyle/>
          <a:p>
            <a:r>
              <a:rPr lang="en-US" altLang="ja-JP" dirty="0"/>
              <a:t>FUJIFILM Business Innovation Asia Pacific</a:t>
            </a:r>
          </a:p>
        </p:txBody>
      </p:sp>
    </p:spTree>
    <p:extLst>
      <p:ext uri="{BB962C8B-B14F-4D97-AF65-F5344CB8AC3E}">
        <p14:creationId xmlns:p14="http://schemas.microsoft.com/office/powerpoint/2010/main" val="689703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832B8C-AA57-D9CB-ED18-ACF94B283D10}"/>
              </a:ext>
            </a:extLst>
          </p:cNvPr>
          <p:cNvSpPr>
            <a:spLocks noGrp="1"/>
          </p:cNvSpPr>
          <p:nvPr>
            <p:ph type="sldNum" sz="quarter" idx="10"/>
          </p:nvPr>
        </p:nvSpPr>
        <p:spPr/>
        <p:txBody>
          <a:bodyPr/>
          <a:lstStyle/>
          <a:p>
            <a:fld id="{9FB9FBB1-FD5B-41A6-B84B-A229A6B4BB39}" type="slidenum">
              <a:rPr lang="en-US" altLang="ja-JP" smtClean="0"/>
              <a:pPr/>
              <a:t>2</a:t>
            </a:fld>
            <a:endParaRPr lang="en-US" dirty="0"/>
          </a:p>
        </p:txBody>
      </p:sp>
      <p:sp>
        <p:nvSpPr>
          <p:cNvPr id="3" name="Text Placeholder 2">
            <a:extLst>
              <a:ext uri="{FF2B5EF4-FFF2-40B4-BE49-F238E27FC236}">
                <a16:creationId xmlns:a16="http://schemas.microsoft.com/office/drawing/2014/main" id="{31D2A45D-7B15-47FA-D4D8-87F668F2F707}"/>
              </a:ext>
            </a:extLst>
          </p:cNvPr>
          <p:cNvSpPr>
            <a:spLocks noGrp="1"/>
          </p:cNvSpPr>
          <p:nvPr>
            <p:ph type="body" sz="quarter" idx="11"/>
          </p:nvPr>
        </p:nvSpPr>
        <p:spPr/>
        <p:txBody>
          <a:bodyPr/>
          <a:lstStyle/>
          <a:p>
            <a:r>
              <a:rPr lang="en-AU" dirty="0"/>
              <a:t>Below table provides an overview of the different versions of this presentation, highlighting key updates, authorship, and dates.</a:t>
            </a:r>
          </a:p>
        </p:txBody>
      </p:sp>
      <p:sp>
        <p:nvSpPr>
          <p:cNvPr id="4" name="Title 3">
            <a:extLst>
              <a:ext uri="{FF2B5EF4-FFF2-40B4-BE49-F238E27FC236}">
                <a16:creationId xmlns:a16="http://schemas.microsoft.com/office/drawing/2014/main" id="{2A7590A9-D976-49DC-0F72-F4E930CB0BAC}"/>
              </a:ext>
            </a:extLst>
          </p:cNvPr>
          <p:cNvSpPr>
            <a:spLocks noGrp="1"/>
          </p:cNvSpPr>
          <p:nvPr>
            <p:ph type="title"/>
          </p:nvPr>
        </p:nvSpPr>
        <p:spPr/>
        <p:txBody>
          <a:bodyPr/>
          <a:lstStyle/>
          <a:p>
            <a:r>
              <a:rPr lang="en-AU" dirty="0"/>
              <a:t>Version History</a:t>
            </a:r>
          </a:p>
        </p:txBody>
      </p:sp>
      <p:graphicFrame>
        <p:nvGraphicFramePr>
          <p:cNvPr id="5" name="Table 4">
            <a:extLst>
              <a:ext uri="{FF2B5EF4-FFF2-40B4-BE49-F238E27FC236}">
                <a16:creationId xmlns:a16="http://schemas.microsoft.com/office/drawing/2014/main" id="{E2892152-B4C1-F1A1-9FA5-AE552ED0053D}"/>
              </a:ext>
            </a:extLst>
          </p:cNvPr>
          <p:cNvGraphicFramePr>
            <a:graphicFrameLocks noGrp="1"/>
          </p:cNvGraphicFramePr>
          <p:nvPr>
            <p:extLst>
              <p:ext uri="{D42A27DB-BD31-4B8C-83A1-F6EECF244321}">
                <p14:modId xmlns:p14="http://schemas.microsoft.com/office/powerpoint/2010/main" val="3271210298"/>
              </p:ext>
            </p:extLst>
          </p:nvPr>
        </p:nvGraphicFramePr>
        <p:xfrm>
          <a:off x="585618" y="1745928"/>
          <a:ext cx="9782591" cy="2225040"/>
        </p:xfrm>
        <a:graphic>
          <a:graphicData uri="http://schemas.openxmlformats.org/drawingml/2006/table">
            <a:tbl>
              <a:tblPr firstRow="1" bandRow="1">
                <a:tableStyleId>{5C22544A-7EE6-4342-B048-85BDC9FD1C3A}</a:tableStyleId>
              </a:tblPr>
              <a:tblGrid>
                <a:gridCol w="953642">
                  <a:extLst>
                    <a:ext uri="{9D8B030D-6E8A-4147-A177-3AD203B41FA5}">
                      <a16:colId xmlns:a16="http://schemas.microsoft.com/office/drawing/2014/main" val="3147938825"/>
                    </a:ext>
                  </a:extLst>
                </a:gridCol>
                <a:gridCol w="1261213">
                  <a:extLst>
                    <a:ext uri="{9D8B030D-6E8A-4147-A177-3AD203B41FA5}">
                      <a16:colId xmlns:a16="http://schemas.microsoft.com/office/drawing/2014/main" val="964053548"/>
                    </a:ext>
                  </a:extLst>
                </a:gridCol>
                <a:gridCol w="2374047">
                  <a:extLst>
                    <a:ext uri="{9D8B030D-6E8A-4147-A177-3AD203B41FA5}">
                      <a16:colId xmlns:a16="http://schemas.microsoft.com/office/drawing/2014/main" val="2117630422"/>
                    </a:ext>
                  </a:extLst>
                </a:gridCol>
                <a:gridCol w="5193689">
                  <a:extLst>
                    <a:ext uri="{9D8B030D-6E8A-4147-A177-3AD203B41FA5}">
                      <a16:colId xmlns:a16="http://schemas.microsoft.com/office/drawing/2014/main" val="220342651"/>
                    </a:ext>
                  </a:extLst>
                </a:gridCol>
              </a:tblGrid>
              <a:tr h="370840">
                <a:tc>
                  <a:txBody>
                    <a:bodyPr/>
                    <a:lstStyle/>
                    <a:p>
                      <a:pPr algn="l"/>
                      <a:r>
                        <a:rPr lang="en-AU" sz="1600" dirty="0">
                          <a:effectLst/>
                        </a:rPr>
                        <a:t>Version</a:t>
                      </a:r>
                    </a:p>
                  </a:txBody>
                  <a:tcPr marL="50800" marR="50800" marT="50800" marB="50800" anchor="ctr"/>
                </a:tc>
                <a:tc>
                  <a:txBody>
                    <a:bodyPr/>
                    <a:lstStyle/>
                    <a:p>
                      <a:pPr algn="l"/>
                      <a:r>
                        <a:rPr lang="en-AU" sz="1600" dirty="0">
                          <a:effectLst/>
                        </a:rPr>
                        <a:t>Date</a:t>
                      </a:r>
                    </a:p>
                  </a:txBody>
                  <a:tcPr marL="50800" marR="50800" marT="50800" marB="50800" anchor="ctr"/>
                </a:tc>
                <a:tc>
                  <a:txBody>
                    <a:bodyPr/>
                    <a:lstStyle/>
                    <a:p>
                      <a:pPr algn="l"/>
                      <a:r>
                        <a:rPr lang="en-AU" sz="1600" dirty="0">
                          <a:effectLst/>
                        </a:rPr>
                        <a:t>Author</a:t>
                      </a:r>
                    </a:p>
                  </a:txBody>
                  <a:tcPr marL="50800" marR="50800" marT="50800" marB="50800" anchor="ctr"/>
                </a:tc>
                <a:tc>
                  <a:txBody>
                    <a:bodyPr/>
                    <a:lstStyle/>
                    <a:p>
                      <a:pPr algn="l"/>
                      <a:r>
                        <a:rPr lang="en-AU" sz="1600" dirty="0">
                          <a:effectLst/>
                        </a:rPr>
                        <a:t>Description / Change Log</a:t>
                      </a:r>
                    </a:p>
                  </a:txBody>
                  <a:tcPr marL="50800" marR="50800" marT="50800" marB="50800" anchor="ctr"/>
                </a:tc>
                <a:extLst>
                  <a:ext uri="{0D108BD9-81ED-4DB2-BD59-A6C34878D82A}">
                    <a16:rowId xmlns:a16="http://schemas.microsoft.com/office/drawing/2014/main" val="1142116017"/>
                  </a:ext>
                </a:extLst>
              </a:tr>
              <a:tr h="370840">
                <a:tc>
                  <a:txBody>
                    <a:bodyPr/>
                    <a:lstStyle/>
                    <a:p>
                      <a:pPr algn="l"/>
                      <a:r>
                        <a:rPr lang="en-AU" sz="1400" dirty="0">
                          <a:effectLst/>
                        </a:rPr>
                        <a:t>1.0</a:t>
                      </a:r>
                    </a:p>
                  </a:txBody>
                  <a:tcPr marL="50800" marR="50800" marT="50800" marB="50800" anchor="ctr"/>
                </a:tc>
                <a:tc>
                  <a:txBody>
                    <a:bodyPr/>
                    <a:lstStyle/>
                    <a:p>
                      <a:pPr algn="l"/>
                      <a:r>
                        <a:rPr lang="en-AU" sz="1400" dirty="0">
                          <a:effectLst/>
                        </a:rPr>
                        <a:t>2025-10-21</a:t>
                      </a:r>
                    </a:p>
                  </a:txBody>
                  <a:tcPr marL="50800" marR="50800" marT="50800" marB="50800" anchor="ctr"/>
                </a:tc>
                <a:tc>
                  <a:txBody>
                    <a:bodyPr/>
                    <a:lstStyle/>
                    <a:p>
                      <a:pPr algn="l"/>
                      <a:r>
                        <a:rPr lang="en-AU" sz="1400" dirty="0">
                          <a:effectLst/>
                        </a:rPr>
                        <a:t>Satya Veera Prasad M</a:t>
                      </a:r>
                    </a:p>
                  </a:txBody>
                  <a:tcPr marL="50800" marR="50800" marT="50800" marB="50800" anchor="ctr"/>
                </a:tc>
                <a:tc>
                  <a:txBody>
                    <a:bodyPr/>
                    <a:lstStyle/>
                    <a:p>
                      <a:pPr algn="l"/>
                      <a:r>
                        <a:rPr lang="en-AU" sz="1400" dirty="0">
                          <a:effectLst/>
                        </a:rPr>
                        <a:t>Initial draft</a:t>
                      </a:r>
                    </a:p>
                  </a:txBody>
                  <a:tcPr marL="50800" marR="50800" marT="50800" marB="50800" anchor="ctr"/>
                </a:tc>
                <a:extLst>
                  <a:ext uri="{0D108BD9-81ED-4DB2-BD59-A6C34878D82A}">
                    <a16:rowId xmlns:a16="http://schemas.microsoft.com/office/drawing/2014/main" val="3504886598"/>
                  </a:ext>
                </a:extLst>
              </a:tr>
              <a:tr h="370840">
                <a:tc>
                  <a:txBody>
                    <a:bodyPr/>
                    <a:lstStyle/>
                    <a:p>
                      <a:pPr algn="l"/>
                      <a:r>
                        <a:rPr lang="en-AU" sz="1400" dirty="0">
                          <a:effectLst/>
                        </a:rPr>
                        <a:t>1.1</a:t>
                      </a:r>
                    </a:p>
                  </a:txBody>
                  <a:tcPr marL="50800" marR="50800" marT="50800" marB="50800" anchor="ctr"/>
                </a:tc>
                <a:tc>
                  <a:txBody>
                    <a:bodyPr/>
                    <a:lstStyle/>
                    <a:p>
                      <a:pPr algn="l"/>
                      <a:r>
                        <a:rPr lang="en-AU" sz="1400" dirty="0">
                          <a:effectLst/>
                        </a:rPr>
                        <a:t>2025-11-03</a:t>
                      </a:r>
                    </a:p>
                  </a:txBody>
                  <a:tcPr marL="50800" marR="50800" marT="50800" marB="50800" anchor="ctr"/>
                </a:tc>
                <a:tc>
                  <a:txBody>
                    <a:bodyPr/>
                    <a:lstStyle/>
                    <a:p>
                      <a:pPr algn="l"/>
                      <a:r>
                        <a:rPr lang="en-AU" sz="1400" dirty="0">
                          <a:effectLst/>
                        </a:rPr>
                        <a:t>Satya Veera Prasad M</a:t>
                      </a:r>
                    </a:p>
                  </a:txBody>
                  <a:tcPr marL="50800" marR="50800" marT="50800" marB="50800" anchor="ctr"/>
                </a:tc>
                <a:tc>
                  <a:txBody>
                    <a:bodyPr/>
                    <a:lstStyle/>
                    <a:p>
                      <a:pPr algn="l"/>
                      <a:r>
                        <a:rPr lang="en-AU" sz="1400" dirty="0">
                          <a:effectLst/>
                        </a:rPr>
                        <a:t>Added content – Use case of Fujifilm(Unstructured data)</a:t>
                      </a:r>
                    </a:p>
                  </a:txBody>
                  <a:tcPr marL="50800" marR="50800" marT="50800" marB="50800" anchor="ctr"/>
                </a:tc>
                <a:extLst>
                  <a:ext uri="{0D108BD9-81ED-4DB2-BD59-A6C34878D82A}">
                    <a16:rowId xmlns:a16="http://schemas.microsoft.com/office/drawing/2014/main" val="2512341515"/>
                  </a:ext>
                </a:extLst>
              </a:tr>
              <a:tr h="370840">
                <a:tc>
                  <a:txBody>
                    <a:bodyPr/>
                    <a:lstStyle/>
                    <a:p>
                      <a:pPr algn="l"/>
                      <a:r>
                        <a:rPr lang="en-AU" sz="1400" dirty="0">
                          <a:effectLst/>
                        </a:rPr>
                        <a:t>1.2</a:t>
                      </a:r>
                    </a:p>
                  </a:txBody>
                  <a:tcPr marL="50800" marR="50800" marT="50800" marB="50800" anchor="ctr"/>
                </a:tc>
                <a:tc>
                  <a:txBody>
                    <a:bodyPr/>
                    <a:lstStyle/>
                    <a:p>
                      <a:pPr algn="l"/>
                      <a:r>
                        <a:rPr lang="en-AU" sz="1400" dirty="0">
                          <a:effectLst/>
                        </a:rPr>
                        <a:t>2025-11-24</a:t>
                      </a:r>
                    </a:p>
                  </a:txBody>
                  <a:tcPr marL="50800" marR="50800" marT="50800" marB="50800" anchor="ctr"/>
                </a:tc>
                <a:tc>
                  <a:txBody>
                    <a:bodyPr/>
                    <a:lstStyle/>
                    <a:p>
                      <a:pPr algn="l"/>
                      <a:r>
                        <a:rPr lang="en-AU" sz="1400" dirty="0">
                          <a:effectLst/>
                        </a:rPr>
                        <a:t>Satya Veera Prasad M</a:t>
                      </a:r>
                    </a:p>
                  </a:txBody>
                  <a:tcPr marL="50800" marR="50800" marT="50800" marB="50800" anchor="ctr"/>
                </a:tc>
                <a:tc>
                  <a:txBody>
                    <a:bodyPr/>
                    <a:lstStyle/>
                    <a:p>
                      <a:pPr algn="l"/>
                      <a:r>
                        <a:rPr lang="en-AU" sz="1400" dirty="0">
                          <a:effectLst/>
                        </a:rPr>
                        <a:t>Added content – Use case of Fujifilm(Transformer Architecture</a:t>
                      </a:r>
                    </a:p>
                  </a:txBody>
                  <a:tcPr marL="50800" marR="50800" marT="50800" marB="50800" anchor="ctr"/>
                </a:tc>
                <a:extLst>
                  <a:ext uri="{0D108BD9-81ED-4DB2-BD59-A6C34878D82A}">
                    <a16:rowId xmlns:a16="http://schemas.microsoft.com/office/drawing/2014/main" val="4188116786"/>
                  </a:ext>
                </a:extLst>
              </a:tr>
              <a:tr h="370840">
                <a:tc>
                  <a:txBody>
                    <a:bodyPr/>
                    <a:lstStyle/>
                    <a:p>
                      <a:pPr algn="l"/>
                      <a:r>
                        <a:rPr lang="en-AU" sz="1400" dirty="0">
                          <a:effectLst/>
                        </a:rPr>
                        <a:t>1.3</a:t>
                      </a:r>
                    </a:p>
                  </a:txBody>
                  <a:tcPr marL="50800" marR="50800" marT="50800" marB="50800" anchor="ctr"/>
                </a:tc>
                <a:tc>
                  <a:txBody>
                    <a:bodyPr/>
                    <a:lstStyle/>
                    <a:p>
                      <a:pPr algn="l"/>
                      <a:r>
                        <a:rPr lang="en-AU" sz="1400" dirty="0">
                          <a:effectLst/>
                        </a:rPr>
                        <a:t>2025-11-26</a:t>
                      </a:r>
                    </a:p>
                  </a:txBody>
                  <a:tcPr marL="50800" marR="50800" marT="50800" marB="50800" anchor="ctr"/>
                </a:tc>
                <a:tc>
                  <a:txBody>
                    <a:bodyPr/>
                    <a:lstStyle/>
                    <a:p>
                      <a:pPr algn="l"/>
                      <a:r>
                        <a:rPr lang="en-AU" sz="1400" dirty="0">
                          <a:effectLst/>
                        </a:rPr>
                        <a:t>Satya Veera Prasad M</a:t>
                      </a:r>
                    </a:p>
                  </a:txBody>
                  <a:tcPr marL="50800" marR="50800" marT="50800" marB="50800" anchor="ctr"/>
                </a:tc>
                <a:tc>
                  <a:txBody>
                    <a:bodyPr/>
                    <a:lstStyle/>
                    <a:p>
                      <a:pPr algn="l"/>
                      <a:r>
                        <a:rPr lang="en-AU" sz="1400" dirty="0">
                          <a:effectLst/>
                        </a:rPr>
                        <a:t>Added content – Questions and Answers</a:t>
                      </a:r>
                    </a:p>
                  </a:txBody>
                  <a:tcPr marL="50800" marR="50800" marT="50800" marB="50800" anchor="ctr"/>
                </a:tc>
                <a:extLst>
                  <a:ext uri="{0D108BD9-81ED-4DB2-BD59-A6C34878D82A}">
                    <a16:rowId xmlns:a16="http://schemas.microsoft.com/office/drawing/2014/main" val="3180450012"/>
                  </a:ext>
                </a:extLst>
              </a:tr>
              <a:tr h="370840">
                <a:tc>
                  <a:txBody>
                    <a:bodyPr/>
                    <a:lstStyle/>
                    <a:p>
                      <a:pPr algn="l"/>
                      <a:r>
                        <a:rPr lang="en-AU" sz="1400" dirty="0">
                          <a:effectLst/>
                        </a:rPr>
                        <a:t>1.4</a:t>
                      </a:r>
                    </a:p>
                  </a:txBody>
                  <a:tcPr marL="50800" marR="50800" marT="50800" marB="50800" anchor="ctr"/>
                </a:tc>
                <a:tc>
                  <a:txBody>
                    <a:bodyPr/>
                    <a:lstStyle/>
                    <a:p>
                      <a:pPr algn="l"/>
                      <a:r>
                        <a:rPr lang="en-AU" sz="1400" dirty="0">
                          <a:effectLst/>
                        </a:rPr>
                        <a:t>2025-11-27</a:t>
                      </a:r>
                    </a:p>
                  </a:txBody>
                  <a:tcPr marL="50800" marR="50800" marT="50800" marB="50800" anchor="ctr"/>
                </a:tc>
                <a:tc>
                  <a:txBody>
                    <a:bodyPr/>
                    <a:lstStyle/>
                    <a:p>
                      <a:pPr algn="l"/>
                      <a:r>
                        <a:rPr lang="en-AU" sz="1400" dirty="0">
                          <a:effectLst/>
                        </a:rPr>
                        <a:t>Satya Veera Prasad M</a:t>
                      </a:r>
                    </a:p>
                  </a:txBody>
                  <a:tcPr marL="50800" marR="50800" marT="50800" marB="50800" anchor="ctr"/>
                </a:tc>
                <a:tc>
                  <a:txBody>
                    <a:bodyPr/>
                    <a:lstStyle/>
                    <a:p>
                      <a:pPr algn="l"/>
                      <a:r>
                        <a:rPr lang="en-AU" sz="1400" dirty="0">
                          <a:effectLst/>
                        </a:rPr>
                        <a:t>Added content – Prompt Engineering</a:t>
                      </a:r>
                    </a:p>
                  </a:txBody>
                  <a:tcPr marL="50800" marR="50800" marT="50800" marB="50800" anchor="ctr"/>
                </a:tc>
                <a:extLst>
                  <a:ext uri="{0D108BD9-81ED-4DB2-BD59-A6C34878D82A}">
                    <a16:rowId xmlns:a16="http://schemas.microsoft.com/office/drawing/2014/main" val="3237259743"/>
                  </a:ext>
                </a:extLst>
              </a:tr>
            </a:tbl>
          </a:graphicData>
        </a:graphic>
      </p:graphicFrame>
    </p:spTree>
    <p:extLst>
      <p:ext uri="{BB962C8B-B14F-4D97-AF65-F5344CB8AC3E}">
        <p14:creationId xmlns:p14="http://schemas.microsoft.com/office/powerpoint/2010/main" val="2441954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832B8C-AA57-D9CB-ED18-ACF94B283D10}"/>
              </a:ext>
            </a:extLst>
          </p:cNvPr>
          <p:cNvSpPr>
            <a:spLocks noGrp="1"/>
          </p:cNvSpPr>
          <p:nvPr>
            <p:ph type="sldNum" sz="quarter" idx="10"/>
          </p:nvPr>
        </p:nvSpPr>
        <p:spPr/>
        <p:txBody>
          <a:bodyPr/>
          <a:lstStyle/>
          <a:p>
            <a:fld id="{9FB9FBB1-FD5B-41A6-B84B-A229A6B4BB39}" type="slidenum">
              <a:rPr lang="en-US" altLang="ja-JP" smtClean="0"/>
              <a:pPr/>
              <a:t>3</a:t>
            </a:fld>
            <a:endParaRPr lang="en-US" dirty="0"/>
          </a:p>
        </p:txBody>
      </p:sp>
      <p:sp>
        <p:nvSpPr>
          <p:cNvPr id="3" name="Text Placeholder 2">
            <a:extLst>
              <a:ext uri="{FF2B5EF4-FFF2-40B4-BE49-F238E27FC236}">
                <a16:creationId xmlns:a16="http://schemas.microsoft.com/office/drawing/2014/main" id="{31D2A45D-7B15-47FA-D4D8-87F668F2F707}"/>
              </a:ext>
            </a:extLst>
          </p:cNvPr>
          <p:cNvSpPr>
            <a:spLocks noGrp="1"/>
          </p:cNvSpPr>
          <p:nvPr>
            <p:ph type="body" sz="quarter" idx="11"/>
          </p:nvPr>
        </p:nvSpPr>
        <p:spPr/>
        <p:txBody>
          <a:bodyPr/>
          <a:lstStyle/>
          <a:p>
            <a:r>
              <a:rPr lang="en-AU" b="1" dirty="0"/>
              <a:t>Here are the objectives of the AI workshop/training.</a:t>
            </a:r>
          </a:p>
          <a:p>
            <a:endParaRPr lang="en-AU" sz="2000" b="1" dirty="0"/>
          </a:p>
          <a:p>
            <a:pPr marL="457200" indent="-457200">
              <a:buFont typeface="Arial" panose="020B0604020202020204" pitchFamily="34" charset="0"/>
              <a:buChar char="•"/>
            </a:pPr>
            <a:r>
              <a:rPr lang="en-AU" sz="2000" dirty="0"/>
              <a:t>Introduce fundamental AI concepts to build a strong foundational understanding.</a:t>
            </a:r>
          </a:p>
          <a:p>
            <a:pPr marL="457200" indent="-457200">
              <a:buFont typeface="Arial" panose="020B0604020202020204" pitchFamily="34" charset="0"/>
              <a:buChar char="•"/>
            </a:pPr>
            <a:r>
              <a:rPr lang="en-AU" sz="2000" dirty="0"/>
              <a:t>Clarify essential AI terminology by explaining key concepts clearly, enabling participants to participate confidently in AI discussions.</a:t>
            </a:r>
          </a:p>
          <a:p>
            <a:pPr marL="457200" indent="-457200">
              <a:buFont typeface="Arial" panose="020B0604020202020204" pitchFamily="34" charset="0"/>
              <a:buChar char="•"/>
            </a:pPr>
            <a:r>
              <a:rPr lang="en-AU" sz="2000" dirty="0"/>
              <a:t>Demonstrate practical AI applications using Fujifilm use cases wherever applicable.</a:t>
            </a:r>
          </a:p>
          <a:p>
            <a:pPr marL="457200" indent="-457200">
              <a:buFont typeface="Arial" panose="020B0604020202020204" pitchFamily="34" charset="0"/>
              <a:buChar char="•"/>
            </a:pPr>
            <a:r>
              <a:rPr lang="en-AU" sz="2000" dirty="0"/>
              <a:t>Inspire the team to continue exploring AI capabilities and identify opportunities to leverage AI in their roles.</a:t>
            </a:r>
          </a:p>
          <a:p>
            <a:pPr marL="457200" indent="-457200">
              <a:buFont typeface="Arial" panose="020B0604020202020204" pitchFamily="34" charset="0"/>
              <a:buChar char="•"/>
            </a:pPr>
            <a:r>
              <a:rPr lang="en-AU" sz="2000" dirty="0"/>
              <a:t>Promote a culture of continuous learning to stay updated with evolving AI advancements.</a:t>
            </a:r>
          </a:p>
          <a:p>
            <a:endParaRPr lang="en-AU" sz="2000" dirty="0"/>
          </a:p>
          <a:p>
            <a:endParaRPr lang="en-AU" sz="2000" dirty="0"/>
          </a:p>
          <a:p>
            <a:endParaRPr lang="en-AU" sz="2000" dirty="0"/>
          </a:p>
        </p:txBody>
      </p:sp>
      <p:sp>
        <p:nvSpPr>
          <p:cNvPr id="4" name="Title 3">
            <a:extLst>
              <a:ext uri="{FF2B5EF4-FFF2-40B4-BE49-F238E27FC236}">
                <a16:creationId xmlns:a16="http://schemas.microsoft.com/office/drawing/2014/main" id="{2A7590A9-D976-49DC-0F72-F4E930CB0BAC}"/>
              </a:ext>
            </a:extLst>
          </p:cNvPr>
          <p:cNvSpPr>
            <a:spLocks noGrp="1"/>
          </p:cNvSpPr>
          <p:nvPr>
            <p:ph type="title"/>
          </p:nvPr>
        </p:nvSpPr>
        <p:spPr/>
        <p:txBody>
          <a:bodyPr/>
          <a:lstStyle/>
          <a:p>
            <a:r>
              <a:rPr lang="en-AU" b="1" dirty="0"/>
              <a:t>Objectives</a:t>
            </a:r>
          </a:p>
        </p:txBody>
      </p:sp>
    </p:spTree>
    <p:extLst>
      <p:ext uri="{BB962C8B-B14F-4D97-AF65-F5344CB8AC3E}">
        <p14:creationId xmlns:p14="http://schemas.microsoft.com/office/powerpoint/2010/main" val="3666380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6DF61DA-D601-4BFE-8C03-8F7CB86F0D7E}"/>
              </a:ext>
            </a:extLst>
          </p:cNvPr>
          <p:cNvSpPr>
            <a:spLocks noGrp="1"/>
          </p:cNvSpPr>
          <p:nvPr>
            <p:ph type="sldNum" sz="quarter" idx="10"/>
          </p:nvPr>
        </p:nvSpPr>
        <p:spPr/>
        <p:txBody>
          <a:bodyPr/>
          <a:lstStyle/>
          <a:p>
            <a:fld id="{9FB9FBB1-FD5B-41A6-B84B-A229A6B4BB39}" type="slidenum">
              <a:rPr lang="en-US" altLang="ja-JP" smtClean="0"/>
              <a:pPr/>
              <a:t>4</a:t>
            </a:fld>
            <a:endParaRPr lang="en-US" dirty="0"/>
          </a:p>
        </p:txBody>
      </p:sp>
      <p:sp>
        <p:nvSpPr>
          <p:cNvPr id="4" name="タイトル 3">
            <a:extLst>
              <a:ext uri="{FF2B5EF4-FFF2-40B4-BE49-F238E27FC236}">
                <a16:creationId xmlns:a16="http://schemas.microsoft.com/office/drawing/2014/main" id="{E56447FC-71F3-4B43-AD97-78148212AFBE}"/>
              </a:ext>
            </a:extLst>
          </p:cNvPr>
          <p:cNvSpPr>
            <a:spLocks noGrp="1"/>
          </p:cNvSpPr>
          <p:nvPr>
            <p:ph type="title"/>
          </p:nvPr>
        </p:nvSpPr>
        <p:spPr/>
        <p:txBody>
          <a:bodyPr/>
          <a:lstStyle/>
          <a:p>
            <a:pPr>
              <a:lnSpc>
                <a:spcPct val="115000"/>
              </a:lnSpc>
              <a:spcAft>
                <a:spcPts val="800"/>
              </a:spcAft>
            </a:pPr>
            <a:r>
              <a:rPr lang="en-AU" sz="1800" b="1" kern="100" dirty="0">
                <a:effectLst/>
                <a:latin typeface="Arial (Headings)"/>
                <a:ea typeface="DengXian" panose="02010600030101010101" pitchFamily="2" charset="-122"/>
                <a:cs typeface="Cordia New" panose="020B0304020202020204" pitchFamily="34" charset="-34"/>
              </a:rPr>
              <a:t>AI Topics</a:t>
            </a:r>
            <a:endParaRPr lang="en-AU" sz="1800" kern="100" dirty="0">
              <a:effectLst/>
              <a:latin typeface="Arial (Headings)"/>
              <a:ea typeface="DengXian" panose="02010600030101010101" pitchFamily="2" charset="-122"/>
              <a:cs typeface="Cordia New" panose="020B0304020202020204" pitchFamily="34" charset="-34"/>
            </a:endParaRPr>
          </a:p>
        </p:txBody>
      </p:sp>
      <p:sp>
        <p:nvSpPr>
          <p:cNvPr id="6" name="Text Placeholder 5">
            <a:extLst>
              <a:ext uri="{FF2B5EF4-FFF2-40B4-BE49-F238E27FC236}">
                <a16:creationId xmlns:a16="http://schemas.microsoft.com/office/drawing/2014/main" id="{35217B65-E624-3642-CA18-6404228851E7}"/>
              </a:ext>
            </a:extLst>
          </p:cNvPr>
          <p:cNvSpPr>
            <a:spLocks noGrp="1"/>
          </p:cNvSpPr>
          <p:nvPr>
            <p:ph type="body" sz="quarter" idx="11"/>
          </p:nvPr>
        </p:nvSpPr>
        <p:spPr/>
        <p:txBody>
          <a:bodyPr/>
          <a:lstStyle/>
          <a:p>
            <a:endParaRPr lang="en-AU" dirty="0"/>
          </a:p>
        </p:txBody>
      </p:sp>
      <p:graphicFrame>
        <p:nvGraphicFramePr>
          <p:cNvPr id="7" name="Table 6">
            <a:extLst>
              <a:ext uri="{FF2B5EF4-FFF2-40B4-BE49-F238E27FC236}">
                <a16:creationId xmlns:a16="http://schemas.microsoft.com/office/drawing/2014/main" id="{C9D727B9-1461-F0A4-A294-C20322CAA204}"/>
              </a:ext>
            </a:extLst>
          </p:cNvPr>
          <p:cNvGraphicFramePr>
            <a:graphicFrameLocks noGrp="1"/>
          </p:cNvGraphicFramePr>
          <p:nvPr>
            <p:extLst>
              <p:ext uri="{D42A27DB-BD31-4B8C-83A1-F6EECF244321}">
                <p14:modId xmlns:p14="http://schemas.microsoft.com/office/powerpoint/2010/main" val="4120908444"/>
              </p:ext>
            </p:extLst>
          </p:nvPr>
        </p:nvGraphicFramePr>
        <p:xfrm>
          <a:off x="587985" y="1385888"/>
          <a:ext cx="6827897" cy="5400595"/>
        </p:xfrm>
        <a:graphic>
          <a:graphicData uri="http://schemas.openxmlformats.org/drawingml/2006/table">
            <a:tbl>
              <a:tblPr>
                <a:tableStyleId>{5C22544A-7EE6-4342-B048-85BDC9FD1C3A}</a:tableStyleId>
              </a:tblPr>
              <a:tblGrid>
                <a:gridCol w="762184">
                  <a:extLst>
                    <a:ext uri="{9D8B030D-6E8A-4147-A177-3AD203B41FA5}">
                      <a16:colId xmlns:a16="http://schemas.microsoft.com/office/drawing/2014/main" val="2890481306"/>
                    </a:ext>
                  </a:extLst>
                </a:gridCol>
                <a:gridCol w="6065713">
                  <a:extLst>
                    <a:ext uri="{9D8B030D-6E8A-4147-A177-3AD203B41FA5}">
                      <a16:colId xmlns:a16="http://schemas.microsoft.com/office/drawing/2014/main" val="3123812780"/>
                    </a:ext>
                  </a:extLst>
                </a:gridCol>
              </a:tblGrid>
              <a:tr h="362215">
                <a:tc>
                  <a:txBody>
                    <a:bodyPr/>
                    <a:lstStyle/>
                    <a:p>
                      <a:pPr algn="ctr" fontAlgn="b"/>
                      <a:r>
                        <a:rPr lang="en-AU" sz="1600" b="1" u="none" strike="noStrike" dirty="0">
                          <a:effectLst/>
                        </a:rPr>
                        <a:t>S.No</a:t>
                      </a:r>
                      <a:endParaRPr lang="en-AU" sz="1600" b="1"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AU" sz="1600" b="1" u="none" strike="noStrike" dirty="0">
                          <a:effectLst/>
                        </a:rPr>
                        <a:t>Topics</a:t>
                      </a:r>
                      <a:endParaRPr lang="en-AU" sz="1600" b="1"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4563022"/>
                  </a:ext>
                </a:extLst>
              </a:tr>
              <a:tr h="362215">
                <a:tc>
                  <a:txBody>
                    <a:bodyPr/>
                    <a:lstStyle/>
                    <a:p>
                      <a:pPr algn="l" rtl="0" fontAlgn="ctr"/>
                      <a:r>
                        <a:rPr lang="en-AU" sz="1600" u="none" strike="noStrike" dirty="0">
                          <a:effectLst/>
                        </a:rPr>
                        <a:t>1</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AU" sz="1600" u="none" strike="noStrike" dirty="0">
                          <a:effectLst/>
                        </a:rPr>
                        <a:t>Structured &amp; Unstructured Data  </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1193803"/>
                  </a:ext>
                </a:extLst>
              </a:tr>
              <a:tr h="362215">
                <a:tc>
                  <a:txBody>
                    <a:bodyPr/>
                    <a:lstStyle/>
                    <a:p>
                      <a:pPr algn="l" rtl="0" fontAlgn="ctr"/>
                      <a:r>
                        <a:rPr lang="en-AU" sz="1600" u="none" strike="noStrike" dirty="0">
                          <a:effectLst/>
                        </a:rPr>
                        <a:t>2</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AU" sz="1600" u="none" strike="noStrike" dirty="0">
                          <a:effectLst/>
                        </a:rPr>
                        <a:t>What is Model?</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7768473"/>
                  </a:ext>
                </a:extLst>
              </a:tr>
              <a:tr h="362215">
                <a:tc>
                  <a:txBody>
                    <a:bodyPr/>
                    <a:lstStyle/>
                    <a:p>
                      <a:pPr algn="l" rtl="0" fontAlgn="ctr"/>
                      <a:r>
                        <a:rPr lang="en-AU" sz="1600" u="none" strike="noStrike" dirty="0">
                          <a:effectLst/>
                        </a:rPr>
                        <a:t>3</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AU" sz="1600" u="none" strike="noStrike" dirty="0">
                          <a:effectLst/>
                        </a:rPr>
                        <a:t>Large Language Model(LLM)</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3251603"/>
                  </a:ext>
                </a:extLst>
              </a:tr>
              <a:tr h="362215">
                <a:tc>
                  <a:txBody>
                    <a:bodyPr/>
                    <a:lstStyle/>
                    <a:p>
                      <a:pPr algn="l" rtl="0" fontAlgn="ctr"/>
                      <a:r>
                        <a:rPr lang="en-AU" sz="1600" u="none" strike="noStrike" dirty="0">
                          <a:effectLst/>
                        </a:rPr>
                        <a:t>4</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AU" sz="1600" u="none" strike="noStrike" dirty="0">
                          <a:effectLst/>
                        </a:rPr>
                        <a:t>Popular LLMs</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6273956"/>
                  </a:ext>
                </a:extLst>
              </a:tr>
              <a:tr h="362215">
                <a:tc>
                  <a:txBody>
                    <a:bodyPr/>
                    <a:lstStyle/>
                    <a:p>
                      <a:pPr algn="l" rtl="0" fontAlgn="ctr"/>
                      <a:r>
                        <a:rPr lang="en-AU" sz="1600" u="none" strike="noStrike" dirty="0">
                          <a:effectLst/>
                        </a:rPr>
                        <a:t>5</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AU" sz="1600" u="none" strike="noStrike" dirty="0">
                          <a:effectLst/>
                        </a:rPr>
                        <a:t>Tokenization and Embeddings</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7787486"/>
                  </a:ext>
                </a:extLst>
              </a:tr>
              <a:tr h="362215">
                <a:tc>
                  <a:txBody>
                    <a:bodyPr/>
                    <a:lstStyle/>
                    <a:p>
                      <a:pPr algn="l" rtl="0" fontAlgn="ctr"/>
                      <a:r>
                        <a:rPr lang="en-AU" sz="1600" u="none" strike="noStrike" dirty="0">
                          <a:effectLst/>
                        </a:rPr>
                        <a:t>6</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AU" sz="1600" u="none" strike="noStrike" dirty="0">
                          <a:effectLst/>
                        </a:rPr>
                        <a:t>Transformer Architecture with Fujifilm Use Case(Demo)</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9306783"/>
                  </a:ext>
                </a:extLst>
              </a:tr>
              <a:tr h="362215">
                <a:tc>
                  <a:txBody>
                    <a:bodyPr/>
                    <a:lstStyle/>
                    <a:p>
                      <a:pPr algn="l" rtl="0" fontAlgn="ctr"/>
                      <a:r>
                        <a:rPr lang="en-AU" sz="1600" u="none" strike="noStrike" dirty="0">
                          <a:effectLst/>
                        </a:rPr>
                        <a:t>7</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AU" sz="1600" u="none" strike="noStrike" dirty="0">
                          <a:effectLst/>
                        </a:rPr>
                        <a:t>Prompt and Prompt Engineering  </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5835842"/>
                  </a:ext>
                </a:extLst>
              </a:tr>
              <a:tr h="362215">
                <a:tc>
                  <a:txBody>
                    <a:bodyPr/>
                    <a:lstStyle/>
                    <a:p>
                      <a:pPr algn="l" rtl="0" fontAlgn="ctr"/>
                      <a:r>
                        <a:rPr lang="en-AU" sz="1600" u="none" strike="noStrike" dirty="0">
                          <a:effectLst/>
                        </a:rPr>
                        <a:t>8</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84077" rtl="0" eaLnBrk="1" fontAlgn="ctr" latinLnBrk="0" hangingPunct="1">
                        <a:lnSpc>
                          <a:spcPct val="100000"/>
                        </a:lnSpc>
                        <a:spcBef>
                          <a:spcPts val="0"/>
                        </a:spcBef>
                        <a:spcAft>
                          <a:spcPts val="0"/>
                        </a:spcAft>
                        <a:buClrTx/>
                        <a:buSzTx/>
                        <a:buFontTx/>
                        <a:buNone/>
                        <a:tabLst/>
                        <a:defRPr/>
                      </a:pPr>
                      <a:r>
                        <a:rPr lang="en-AU" sz="1600" u="none" strike="noStrike" dirty="0">
                          <a:effectLst/>
                        </a:rPr>
                        <a:t>API Keys &amp; Credits</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3568573"/>
                  </a:ext>
                </a:extLst>
              </a:tr>
              <a:tr h="362215">
                <a:tc>
                  <a:txBody>
                    <a:bodyPr/>
                    <a:lstStyle/>
                    <a:p>
                      <a:pPr algn="l" rtl="0" fontAlgn="ctr"/>
                      <a:r>
                        <a:rPr lang="en-AU" sz="1600" u="none" strike="noStrike" dirty="0">
                          <a:effectLst/>
                        </a:rPr>
                        <a:t>9</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84077" rtl="0" eaLnBrk="1" fontAlgn="ctr" latinLnBrk="0" hangingPunct="1">
                        <a:lnSpc>
                          <a:spcPct val="100000"/>
                        </a:lnSpc>
                        <a:spcBef>
                          <a:spcPts val="0"/>
                        </a:spcBef>
                        <a:spcAft>
                          <a:spcPts val="0"/>
                        </a:spcAft>
                        <a:buClrTx/>
                        <a:buSzTx/>
                        <a:buFontTx/>
                        <a:buNone/>
                        <a:tabLst/>
                        <a:defRPr/>
                      </a:pPr>
                      <a:r>
                        <a:rPr lang="en-AU" sz="1600" u="none" strike="noStrike" dirty="0">
                          <a:effectLst/>
                        </a:rPr>
                        <a:t>Vector Databases</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434248"/>
                  </a:ext>
                </a:extLst>
              </a:tr>
              <a:tr h="362215">
                <a:tc>
                  <a:txBody>
                    <a:bodyPr/>
                    <a:lstStyle/>
                    <a:p>
                      <a:pPr algn="l" rtl="0" fontAlgn="ctr"/>
                      <a:r>
                        <a:rPr lang="en-AU" sz="1600" u="none" strike="noStrike" dirty="0">
                          <a:effectLst/>
                        </a:rPr>
                        <a:t>10</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AU" sz="1600" u="none" strike="noStrike" dirty="0">
                          <a:effectLst/>
                        </a:rPr>
                        <a:t>Agentic AI</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2059327"/>
                  </a:ext>
                </a:extLst>
              </a:tr>
              <a:tr h="1416230">
                <a:tc>
                  <a:txBody>
                    <a:bodyPr/>
                    <a:lstStyle/>
                    <a:p>
                      <a:pPr algn="l" rtl="0" fontAlgn="ctr"/>
                      <a:r>
                        <a:rPr lang="en-AU" sz="1600" u="none" strike="noStrike" dirty="0">
                          <a:effectLst/>
                        </a:rPr>
                        <a:t>11</a:t>
                      </a:r>
                      <a:endParaRPr lang="en-AU" sz="1600" b="1"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AU" sz="1600" b="1" i="0" kern="1200" dirty="0">
                          <a:solidFill>
                            <a:schemeClr val="dk1"/>
                          </a:solidFill>
                          <a:effectLst/>
                          <a:latin typeface="+mn-lt"/>
                          <a:ea typeface="+mn-ea"/>
                          <a:cs typeface="+mn-cs"/>
                        </a:rPr>
                        <a:t>Review the Source Code:</a:t>
                      </a:r>
                      <a:endParaRPr kumimoji="1" lang="en-AU" sz="1600" b="0" i="0" kern="1200" dirty="0">
                        <a:solidFill>
                          <a:schemeClr val="dk1"/>
                        </a:solidFill>
                        <a:effectLst/>
                        <a:latin typeface="+mn-lt"/>
                        <a:ea typeface="+mn-ea"/>
                        <a:cs typeface="+mn-cs"/>
                      </a:endParaRPr>
                    </a:p>
                    <a:p>
                      <a:r>
                        <a:rPr kumimoji="1" lang="en-AU" sz="1600" b="0" i="0" kern="1200" dirty="0">
                          <a:solidFill>
                            <a:schemeClr val="dk1"/>
                          </a:solidFill>
                          <a:effectLst/>
                          <a:latin typeface="+mn-lt"/>
                          <a:ea typeface="+mn-ea"/>
                          <a:cs typeface="+mn-cs"/>
                        </a:rPr>
                        <a:t>Understand how AI works internally</a:t>
                      </a:r>
                    </a:p>
                    <a:p>
                      <a:r>
                        <a:rPr kumimoji="1" lang="en-AU" sz="1600" b="0" i="0" kern="1200" dirty="0">
                          <a:solidFill>
                            <a:schemeClr val="dk1"/>
                          </a:solidFill>
                          <a:effectLst/>
                          <a:latin typeface="+mn-lt"/>
                          <a:ea typeface="+mn-ea"/>
                          <a:cs typeface="+mn-cs"/>
                        </a:rPr>
                        <a:t>Learn how to call the model</a:t>
                      </a:r>
                    </a:p>
                    <a:p>
                      <a:r>
                        <a:rPr kumimoji="1" lang="en-AU" sz="1600" b="0" i="0" kern="1200" dirty="0">
                          <a:solidFill>
                            <a:schemeClr val="dk1"/>
                          </a:solidFill>
                          <a:effectLst/>
                          <a:latin typeface="+mn-lt"/>
                          <a:ea typeface="+mn-ea"/>
                          <a:cs typeface="+mn-cs"/>
                        </a:rPr>
                        <a:t>Discover how to assign roles to the model</a:t>
                      </a:r>
                    </a:p>
                    <a:p>
                      <a:r>
                        <a:rPr kumimoji="1" lang="en-AU" sz="1600" b="0" i="0" kern="1200" dirty="0">
                          <a:solidFill>
                            <a:schemeClr val="dk1"/>
                          </a:solidFill>
                          <a:effectLst/>
                          <a:latin typeface="+mn-lt"/>
                          <a:ea typeface="+mn-ea"/>
                          <a:cs typeface="+mn-cs"/>
                        </a:rPr>
                        <a:t>Explore how to pass prompts and receive responses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2150501"/>
                  </a:ext>
                </a:extLst>
              </a:tr>
            </a:tbl>
          </a:graphicData>
        </a:graphic>
      </p:graphicFrame>
    </p:spTree>
    <p:extLst>
      <p:ext uri="{BB962C8B-B14F-4D97-AF65-F5344CB8AC3E}">
        <p14:creationId xmlns:p14="http://schemas.microsoft.com/office/powerpoint/2010/main" val="1625242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0E7B27-09F4-3AB2-2279-873861C10A2B}"/>
              </a:ext>
            </a:extLst>
          </p:cNvPr>
          <p:cNvSpPr>
            <a:spLocks noGrp="1"/>
          </p:cNvSpPr>
          <p:nvPr>
            <p:ph type="sldNum" sz="quarter" idx="10"/>
          </p:nvPr>
        </p:nvSpPr>
        <p:spPr/>
        <p:txBody>
          <a:bodyPr/>
          <a:lstStyle/>
          <a:p>
            <a:fld id="{9FB9FBB1-FD5B-41A6-B84B-A229A6B4BB39}" type="slidenum">
              <a:rPr lang="en-US" altLang="ja-JP" smtClean="0"/>
              <a:pPr/>
              <a:t>5</a:t>
            </a:fld>
            <a:endParaRPr lang="en-US" dirty="0"/>
          </a:p>
        </p:txBody>
      </p:sp>
      <p:sp>
        <p:nvSpPr>
          <p:cNvPr id="3" name="Text Placeholder 2">
            <a:extLst>
              <a:ext uri="{FF2B5EF4-FFF2-40B4-BE49-F238E27FC236}">
                <a16:creationId xmlns:a16="http://schemas.microsoft.com/office/drawing/2014/main" id="{CEBFDFD4-2849-17AF-A26D-0B171CD7FC04}"/>
              </a:ext>
            </a:extLst>
          </p:cNvPr>
          <p:cNvSpPr>
            <a:spLocks noGrp="1"/>
          </p:cNvSpPr>
          <p:nvPr>
            <p:ph type="body" sz="quarter" idx="11"/>
          </p:nvPr>
        </p:nvSpPr>
        <p:spPr/>
        <p:txBody>
          <a:bodyPr/>
          <a:lstStyle/>
          <a:p>
            <a:r>
              <a:rPr lang="en-AU" b="1" i="0" dirty="0">
                <a:solidFill>
                  <a:srgbClr val="0A0A0A"/>
                </a:solidFill>
                <a:effectLst/>
              </a:rPr>
              <a:t>Below is the high-level summary of Structured data and Unstructured data</a:t>
            </a:r>
          </a:p>
          <a:p>
            <a:endParaRPr lang="en-AU" i="0" dirty="0">
              <a:solidFill>
                <a:srgbClr val="0A0A0A"/>
              </a:solidFill>
              <a:effectLst/>
            </a:endParaRPr>
          </a:p>
          <a:p>
            <a:pPr marL="285750" indent="-285750">
              <a:buFont typeface="Arial" panose="020B0604020202020204" pitchFamily="34" charset="0"/>
              <a:buChar char="•"/>
            </a:pPr>
            <a:r>
              <a:rPr lang="en-AU" i="0" dirty="0">
                <a:solidFill>
                  <a:srgbClr val="0A0A0A"/>
                </a:solidFill>
                <a:effectLst/>
              </a:rPr>
              <a:t>Structured data is information that is highly organized, formatted, and fits into a fixed schema or data model, typically found in tables with rows and columns. This predefined structure makes it easily searchable, analyzable, and manageable using traditional data tools and programming languages like SQL (Structured Query Language).</a:t>
            </a:r>
            <a:endParaRPr lang="en-AU" dirty="0">
              <a:solidFill>
                <a:srgbClr val="0A0A0A"/>
              </a:solidFill>
            </a:endParaRPr>
          </a:p>
          <a:p>
            <a:pPr marL="285750" indent="-285750">
              <a:buFont typeface="Arial" panose="020B0604020202020204" pitchFamily="34" charset="0"/>
              <a:buChar char="•"/>
            </a:pPr>
            <a:r>
              <a:rPr lang="en-AU" sz="1600" dirty="0"/>
              <a:t>Structured data is like data in spreadsheets or databases—very organized and easy to analyze with traditional tools. </a:t>
            </a:r>
            <a:endParaRPr lang="en-AU" dirty="0"/>
          </a:p>
          <a:p>
            <a:pPr marL="285750" indent="-285750">
              <a:buFont typeface="Arial" panose="020B0604020202020204" pitchFamily="34" charset="0"/>
              <a:buChar char="•"/>
            </a:pPr>
            <a:r>
              <a:rPr lang="en-AU" sz="1600" dirty="0"/>
              <a:t>Unstructured data is information that does not have a predefined data model or fixed format. It is stored in its native, raw form and cannot be neatly organized into traditional relational databases. </a:t>
            </a:r>
            <a:r>
              <a:rPr lang="en-AU" dirty="0"/>
              <a:t>a</a:t>
            </a:r>
            <a:r>
              <a:rPr lang="en-AU" sz="1600" dirty="0"/>
              <a:t>nalyzing unstructured data usually requires more advanced tools like artificial intelligence (AI), machine learning (ML), and natural language processing (NLP)</a:t>
            </a:r>
          </a:p>
          <a:p>
            <a:pPr marL="285750" indent="-285750">
              <a:buFont typeface="Arial" panose="020B0604020202020204" pitchFamily="34" charset="0"/>
              <a:buChar char="•"/>
            </a:pPr>
            <a:r>
              <a:rPr lang="en-AU" sz="1600" dirty="0"/>
              <a:t>Unstructured data is like emails or videos, contains valuable information but requires advanced AI and machine learning technologies to extract insights. </a:t>
            </a:r>
          </a:p>
          <a:p>
            <a:pPr marL="285750" indent="-285750">
              <a:buFont typeface="Arial" panose="020B0604020202020204" pitchFamily="34" charset="0"/>
              <a:buChar char="•"/>
            </a:pPr>
            <a:r>
              <a:rPr lang="en-AU" sz="1600" dirty="0"/>
              <a:t>Understanding the difference helps us choose the right tools and approaches for handling each data type.</a:t>
            </a:r>
          </a:p>
          <a:p>
            <a:endParaRPr lang="en-AU" i="0" dirty="0">
              <a:solidFill>
                <a:srgbClr val="0A0A0A"/>
              </a:solidFill>
              <a:effectLst/>
            </a:endParaRPr>
          </a:p>
          <a:p>
            <a:endParaRPr lang="en-AU" dirty="0">
              <a:solidFill>
                <a:srgbClr val="0A0A0A"/>
              </a:solidFill>
            </a:endParaRPr>
          </a:p>
          <a:p>
            <a:endParaRPr lang="en-AU" i="0" dirty="0">
              <a:solidFill>
                <a:srgbClr val="0A0A0A"/>
              </a:solidFill>
              <a:effectLst/>
            </a:endParaRPr>
          </a:p>
        </p:txBody>
      </p:sp>
      <p:sp>
        <p:nvSpPr>
          <p:cNvPr id="4" name="Title 3">
            <a:extLst>
              <a:ext uri="{FF2B5EF4-FFF2-40B4-BE49-F238E27FC236}">
                <a16:creationId xmlns:a16="http://schemas.microsoft.com/office/drawing/2014/main" id="{34D07D59-0BED-FFA6-D980-67046E2E4B42}"/>
              </a:ext>
            </a:extLst>
          </p:cNvPr>
          <p:cNvSpPr>
            <a:spLocks noGrp="1"/>
          </p:cNvSpPr>
          <p:nvPr>
            <p:ph type="title"/>
          </p:nvPr>
        </p:nvSpPr>
        <p:spPr/>
        <p:txBody>
          <a:bodyPr/>
          <a:lstStyle/>
          <a:p>
            <a:r>
              <a:rPr lang="en-AU" b="1" dirty="0"/>
              <a:t>Structured Data And Unstructured Data</a:t>
            </a:r>
          </a:p>
        </p:txBody>
      </p:sp>
    </p:spTree>
    <p:extLst>
      <p:ext uri="{BB962C8B-B14F-4D97-AF65-F5344CB8AC3E}">
        <p14:creationId xmlns:p14="http://schemas.microsoft.com/office/powerpoint/2010/main" val="1386248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6DF61DA-D601-4BFE-8C03-8F7CB86F0D7E}"/>
              </a:ext>
            </a:extLst>
          </p:cNvPr>
          <p:cNvSpPr>
            <a:spLocks noGrp="1"/>
          </p:cNvSpPr>
          <p:nvPr>
            <p:ph type="sldNum" sz="quarter" idx="10"/>
          </p:nvPr>
        </p:nvSpPr>
        <p:spPr/>
        <p:txBody>
          <a:bodyPr/>
          <a:lstStyle/>
          <a:p>
            <a:fld id="{9FB9FBB1-FD5B-41A6-B84B-A229A6B4BB39}" type="slidenum">
              <a:rPr lang="en-US" altLang="ja-JP" smtClean="0"/>
              <a:pPr/>
              <a:t>6</a:t>
            </a:fld>
            <a:endParaRPr lang="en-US" dirty="0"/>
          </a:p>
        </p:txBody>
      </p:sp>
      <p:sp>
        <p:nvSpPr>
          <p:cNvPr id="3" name="テキスト プレースホルダー 2">
            <a:extLst>
              <a:ext uri="{FF2B5EF4-FFF2-40B4-BE49-F238E27FC236}">
                <a16:creationId xmlns:a16="http://schemas.microsoft.com/office/drawing/2014/main" id="{1899FC96-830C-4DC1-A27D-52B423728380}"/>
              </a:ext>
            </a:extLst>
          </p:cNvPr>
          <p:cNvSpPr>
            <a:spLocks noGrp="1"/>
          </p:cNvSpPr>
          <p:nvPr>
            <p:ph type="body" sz="quarter" idx="11"/>
          </p:nvPr>
        </p:nvSpPr>
        <p:spPr/>
        <p:txBody>
          <a:bodyPr/>
          <a:lstStyle/>
          <a:p>
            <a:r>
              <a:rPr kumimoji="1" lang="en-AU" altLang="ja-JP" b="1" dirty="0"/>
              <a:t>The table below compares Structured Data and Unstructured Data across various aspects.</a:t>
            </a:r>
          </a:p>
        </p:txBody>
      </p:sp>
      <p:sp>
        <p:nvSpPr>
          <p:cNvPr id="4" name="タイトル 3">
            <a:extLst>
              <a:ext uri="{FF2B5EF4-FFF2-40B4-BE49-F238E27FC236}">
                <a16:creationId xmlns:a16="http://schemas.microsoft.com/office/drawing/2014/main" id="{E56447FC-71F3-4B43-AD97-78148212AFBE}"/>
              </a:ext>
            </a:extLst>
          </p:cNvPr>
          <p:cNvSpPr>
            <a:spLocks noGrp="1"/>
          </p:cNvSpPr>
          <p:nvPr>
            <p:ph type="title"/>
          </p:nvPr>
        </p:nvSpPr>
        <p:spPr/>
        <p:txBody>
          <a:bodyPr/>
          <a:lstStyle/>
          <a:p>
            <a:pPr>
              <a:lnSpc>
                <a:spcPct val="115000"/>
              </a:lnSpc>
              <a:spcAft>
                <a:spcPts val="800"/>
              </a:spcAft>
            </a:pPr>
            <a:r>
              <a:rPr lang="en-AU" sz="2000" b="1" kern="100" dirty="0">
                <a:effectLst/>
                <a:latin typeface="+mj-lt"/>
                <a:ea typeface="DengXian" panose="02010600030101010101" pitchFamily="2" charset="-122"/>
                <a:cs typeface="Cordia New" panose="020B0304020202020204" pitchFamily="34" charset="-34"/>
              </a:rPr>
              <a:t>Structured Vs Unstructured Data  </a:t>
            </a:r>
            <a:endParaRPr lang="en-AU" sz="2000" kern="100" dirty="0">
              <a:effectLst/>
              <a:latin typeface="+mj-lt"/>
              <a:ea typeface="DengXian" panose="02010600030101010101" pitchFamily="2" charset="-122"/>
              <a:cs typeface="Cordia New" panose="020B0304020202020204" pitchFamily="34" charset="-34"/>
            </a:endParaRPr>
          </a:p>
        </p:txBody>
      </p:sp>
      <p:graphicFrame>
        <p:nvGraphicFramePr>
          <p:cNvPr id="74" name="Table 73">
            <a:extLst>
              <a:ext uri="{FF2B5EF4-FFF2-40B4-BE49-F238E27FC236}">
                <a16:creationId xmlns:a16="http://schemas.microsoft.com/office/drawing/2014/main" id="{647197BC-C5CB-8064-7FA1-4CB575913F55}"/>
              </a:ext>
            </a:extLst>
          </p:cNvPr>
          <p:cNvGraphicFramePr>
            <a:graphicFrameLocks noGrp="1"/>
          </p:cNvGraphicFramePr>
          <p:nvPr>
            <p:extLst>
              <p:ext uri="{D42A27DB-BD31-4B8C-83A1-F6EECF244321}">
                <p14:modId xmlns:p14="http://schemas.microsoft.com/office/powerpoint/2010/main" val="436905762"/>
              </p:ext>
            </p:extLst>
          </p:nvPr>
        </p:nvGraphicFramePr>
        <p:xfrm>
          <a:off x="574675" y="1422705"/>
          <a:ext cx="9721528" cy="5579807"/>
        </p:xfrm>
        <a:graphic>
          <a:graphicData uri="http://schemas.openxmlformats.org/drawingml/2006/table">
            <a:tbl>
              <a:tblPr firstRow="1" bandRow="1">
                <a:tableStyleId>{5C22544A-7EE6-4342-B048-85BDC9FD1C3A}</a:tableStyleId>
              </a:tblPr>
              <a:tblGrid>
                <a:gridCol w="2080260">
                  <a:extLst>
                    <a:ext uri="{9D8B030D-6E8A-4147-A177-3AD203B41FA5}">
                      <a16:colId xmlns:a16="http://schemas.microsoft.com/office/drawing/2014/main" val="2560579070"/>
                    </a:ext>
                  </a:extLst>
                </a:gridCol>
                <a:gridCol w="3680827">
                  <a:extLst>
                    <a:ext uri="{9D8B030D-6E8A-4147-A177-3AD203B41FA5}">
                      <a16:colId xmlns:a16="http://schemas.microsoft.com/office/drawing/2014/main" val="3261073220"/>
                    </a:ext>
                  </a:extLst>
                </a:gridCol>
                <a:gridCol w="3960441">
                  <a:extLst>
                    <a:ext uri="{9D8B030D-6E8A-4147-A177-3AD203B41FA5}">
                      <a16:colId xmlns:a16="http://schemas.microsoft.com/office/drawing/2014/main" val="2004831864"/>
                    </a:ext>
                  </a:extLst>
                </a:gridCol>
              </a:tblGrid>
              <a:tr h="477847">
                <a:tc>
                  <a:txBody>
                    <a:bodyPr/>
                    <a:lstStyle/>
                    <a:p>
                      <a:pPr algn="l"/>
                      <a:r>
                        <a:rPr lang="en-AU" dirty="0">
                          <a:effectLst/>
                        </a:rPr>
                        <a:t>Aspect</a:t>
                      </a:r>
                    </a:p>
                  </a:txBody>
                  <a:tcPr marL="50800" marR="50800" marT="50800" marB="50800" anchor="ctr"/>
                </a:tc>
                <a:tc>
                  <a:txBody>
                    <a:bodyPr/>
                    <a:lstStyle/>
                    <a:p>
                      <a:pPr algn="l"/>
                      <a:r>
                        <a:rPr lang="en-AU" dirty="0">
                          <a:effectLst/>
                        </a:rPr>
                        <a:t>Structured Data</a:t>
                      </a:r>
                    </a:p>
                  </a:txBody>
                  <a:tcPr marL="50800" marR="50800" marT="50800" marB="50800" anchor="ctr"/>
                </a:tc>
                <a:tc>
                  <a:txBody>
                    <a:bodyPr/>
                    <a:lstStyle/>
                    <a:p>
                      <a:pPr algn="l"/>
                      <a:r>
                        <a:rPr lang="en-AU" dirty="0">
                          <a:effectLst/>
                        </a:rPr>
                        <a:t>Unstructured Data</a:t>
                      </a:r>
                    </a:p>
                  </a:txBody>
                  <a:tcPr marL="50800" marR="50800" marT="50800" marB="50800" anchor="ctr"/>
                </a:tc>
                <a:extLst>
                  <a:ext uri="{0D108BD9-81ED-4DB2-BD59-A6C34878D82A}">
                    <a16:rowId xmlns:a16="http://schemas.microsoft.com/office/drawing/2014/main" val="2942505926"/>
                  </a:ext>
                </a:extLst>
              </a:tr>
              <a:tr h="590920">
                <a:tc>
                  <a:txBody>
                    <a:bodyPr/>
                    <a:lstStyle/>
                    <a:p>
                      <a:pPr algn="l"/>
                      <a:r>
                        <a:rPr lang="en-AU" sz="1600" dirty="0">
                          <a:effectLst/>
                        </a:rPr>
                        <a:t>Definition</a:t>
                      </a:r>
                    </a:p>
                  </a:txBody>
                  <a:tcPr marL="50800" marR="50800" marT="50800" marB="50800" anchor="ctr"/>
                </a:tc>
                <a:tc>
                  <a:txBody>
                    <a:bodyPr/>
                    <a:lstStyle/>
                    <a:p>
                      <a:pPr algn="l"/>
                      <a:r>
                        <a:rPr lang="en-AU" sz="1600" dirty="0">
                          <a:effectLst/>
                        </a:rPr>
                        <a:t>Highly organized, typically in tables with rows and columns.	</a:t>
                      </a:r>
                    </a:p>
                  </a:txBody>
                  <a:tcPr marL="50800" marR="50800" marT="50800" marB="50800" anchor="ctr"/>
                </a:tc>
                <a:tc>
                  <a:txBody>
                    <a:bodyPr/>
                    <a:lstStyle/>
                    <a:p>
                      <a:pPr algn="l"/>
                      <a:r>
                        <a:rPr lang="en-AU" sz="1600" dirty="0">
                          <a:effectLst/>
                        </a:rPr>
                        <a:t>Unorganized and diverse; free-form.</a:t>
                      </a:r>
                    </a:p>
                  </a:txBody>
                  <a:tcPr marL="50800" marR="50800" marT="50800" marB="50800" anchor="ctr"/>
                </a:tc>
                <a:extLst>
                  <a:ext uri="{0D108BD9-81ED-4DB2-BD59-A6C34878D82A}">
                    <a16:rowId xmlns:a16="http://schemas.microsoft.com/office/drawing/2014/main" val="291981011"/>
                  </a:ext>
                </a:extLst>
              </a:tr>
              <a:tr h="576064">
                <a:tc>
                  <a:txBody>
                    <a:bodyPr/>
                    <a:lstStyle/>
                    <a:p>
                      <a:pPr algn="l"/>
                      <a:r>
                        <a:rPr lang="en-AU" sz="1600" dirty="0">
                          <a:effectLst/>
                        </a:rPr>
                        <a:t>Storage</a:t>
                      </a:r>
                    </a:p>
                  </a:txBody>
                  <a:tcPr marL="50800" marR="50800" marT="50800" marB="50800" anchor="ctr"/>
                </a:tc>
                <a:tc>
                  <a:txBody>
                    <a:bodyPr/>
                    <a:lstStyle/>
                    <a:p>
                      <a:pPr algn="l"/>
                      <a:r>
                        <a:rPr lang="en-AU" sz="1600" dirty="0">
                          <a:effectLst/>
                        </a:rPr>
                        <a:t>Relational databases, spreadsheets</a:t>
                      </a:r>
                    </a:p>
                  </a:txBody>
                  <a:tcPr marL="50800" marR="50800" marT="50800" marB="50800" anchor="ctr"/>
                </a:tc>
                <a:tc>
                  <a:txBody>
                    <a:bodyPr/>
                    <a:lstStyle/>
                    <a:p>
                      <a:pPr algn="l"/>
                      <a:r>
                        <a:rPr lang="en-AU" sz="1600" dirty="0">
                          <a:effectLst/>
                        </a:rPr>
                        <a:t>Stored in non-relational (NoSQL) databases, data lakes, or file systems.</a:t>
                      </a:r>
                    </a:p>
                  </a:txBody>
                  <a:tcPr marL="50800" marR="50800" marT="50800" marB="50800" anchor="ctr"/>
                </a:tc>
                <a:extLst>
                  <a:ext uri="{0D108BD9-81ED-4DB2-BD59-A6C34878D82A}">
                    <a16:rowId xmlns:a16="http://schemas.microsoft.com/office/drawing/2014/main" val="2440345222"/>
                  </a:ext>
                </a:extLst>
              </a:tr>
              <a:tr h="574201">
                <a:tc>
                  <a:txBody>
                    <a:bodyPr/>
                    <a:lstStyle/>
                    <a:p>
                      <a:pPr algn="l"/>
                      <a:r>
                        <a:rPr lang="en-AU" sz="1600" dirty="0">
                          <a:effectLst/>
                        </a:rPr>
                        <a:t>Format</a:t>
                      </a:r>
                    </a:p>
                  </a:txBody>
                  <a:tcPr marL="50800" marR="50800" marT="50800" marB="50800" anchor="ctr"/>
                </a:tc>
                <a:tc>
                  <a:txBody>
                    <a:bodyPr/>
                    <a:lstStyle/>
                    <a:p>
                      <a:pPr algn="l"/>
                      <a:r>
                        <a:rPr lang="en-AU" sz="1600" dirty="0">
                          <a:effectLst/>
                        </a:rPr>
                        <a:t>Rows and columns with defined schema</a:t>
                      </a:r>
                    </a:p>
                  </a:txBody>
                  <a:tcPr marL="50800" marR="50800" marT="50800" marB="50800" anchor="ctr"/>
                </a:tc>
                <a:tc>
                  <a:txBody>
                    <a:bodyPr/>
                    <a:lstStyle/>
                    <a:p>
                      <a:pPr algn="l"/>
                      <a:r>
                        <a:rPr lang="en-AU" sz="1600" dirty="0">
                          <a:effectLst/>
                        </a:rPr>
                        <a:t>Free-form text, multimedia, documents</a:t>
                      </a:r>
                    </a:p>
                  </a:txBody>
                  <a:tcPr marL="50800" marR="50800" marT="50800" marB="50800" anchor="ctr"/>
                </a:tc>
                <a:extLst>
                  <a:ext uri="{0D108BD9-81ED-4DB2-BD59-A6C34878D82A}">
                    <a16:rowId xmlns:a16="http://schemas.microsoft.com/office/drawing/2014/main" val="88990640"/>
                  </a:ext>
                </a:extLst>
              </a:tr>
              <a:tr h="1050824">
                <a:tc>
                  <a:txBody>
                    <a:bodyPr/>
                    <a:lstStyle/>
                    <a:p>
                      <a:pPr algn="l"/>
                      <a:r>
                        <a:rPr lang="en-AU" sz="1600" dirty="0">
                          <a:effectLst/>
                        </a:rPr>
                        <a:t>Examples</a:t>
                      </a:r>
                    </a:p>
                  </a:txBody>
                  <a:tcPr marL="50800" marR="50800" marT="50800" marB="50800" anchor="ctr"/>
                </a:tc>
                <a:tc>
                  <a:txBody>
                    <a:bodyPr/>
                    <a:lstStyle/>
                    <a:p>
                      <a:pPr algn="l"/>
                      <a:r>
                        <a:rPr lang="en-AU" sz="1600" dirty="0">
                          <a:effectLst/>
                        </a:rPr>
                        <a:t>Customers, Service History, Inventory transactions, Meter readings and so on</a:t>
                      </a:r>
                    </a:p>
                  </a:txBody>
                  <a:tcPr marL="50800" marR="50800" marT="50800" marB="50800" anchor="ctr"/>
                </a:tc>
                <a:tc>
                  <a:txBody>
                    <a:bodyPr/>
                    <a:lstStyle/>
                    <a:p>
                      <a:pPr algn="l"/>
                      <a:r>
                        <a:rPr lang="en-AU" sz="1600" dirty="0">
                          <a:effectLst/>
                        </a:rPr>
                        <a:t>Emails, Videos, Social media posts, PDFs, Website content, Audio files, Images, Customer reviews, Documents, Sensor data from IoT devices and so on.</a:t>
                      </a:r>
                    </a:p>
                  </a:txBody>
                  <a:tcPr marL="50800" marR="50800" marT="50800" marB="50800" anchor="ctr"/>
                </a:tc>
                <a:extLst>
                  <a:ext uri="{0D108BD9-81ED-4DB2-BD59-A6C34878D82A}">
                    <a16:rowId xmlns:a16="http://schemas.microsoft.com/office/drawing/2014/main" val="939599394"/>
                  </a:ext>
                </a:extLst>
              </a:tr>
              <a:tr h="574979">
                <a:tc>
                  <a:txBody>
                    <a:bodyPr/>
                    <a:lstStyle/>
                    <a:p>
                      <a:pPr algn="l"/>
                      <a:r>
                        <a:rPr lang="en-AU" sz="1600" dirty="0">
                          <a:effectLst/>
                        </a:rPr>
                        <a:t>Ease of Analysis</a:t>
                      </a:r>
                    </a:p>
                  </a:txBody>
                  <a:tcPr marL="50800" marR="50800" marT="50800" marB="50800" anchor="ctr"/>
                </a:tc>
                <a:tc>
                  <a:txBody>
                    <a:bodyPr/>
                    <a:lstStyle/>
                    <a:p>
                      <a:pPr algn="l"/>
                      <a:r>
                        <a:rPr lang="en-AU" sz="1600" dirty="0">
                          <a:effectLst/>
                        </a:rPr>
                        <a:t>Easy to query using SQL and BI tools</a:t>
                      </a:r>
                    </a:p>
                  </a:txBody>
                  <a:tcPr marL="50800" marR="50800" marT="50800" marB="50800" anchor="ctr"/>
                </a:tc>
                <a:tc>
                  <a:txBody>
                    <a:bodyPr/>
                    <a:lstStyle/>
                    <a:p>
                      <a:pPr algn="l"/>
                      <a:r>
                        <a:rPr lang="en-AU" sz="1600" dirty="0">
                          <a:effectLst/>
                        </a:rPr>
                        <a:t>Difficult to search and analyze, requiring specialized tools (AI, ML, NLP).</a:t>
                      </a:r>
                      <a:endParaRPr lang="fr-FR" sz="1600" dirty="0">
                        <a:effectLst/>
                      </a:endParaRPr>
                    </a:p>
                  </a:txBody>
                  <a:tcPr marL="50800" marR="50800" marT="50800" marB="50800" anchor="ctr"/>
                </a:tc>
                <a:extLst>
                  <a:ext uri="{0D108BD9-81ED-4DB2-BD59-A6C34878D82A}">
                    <a16:rowId xmlns:a16="http://schemas.microsoft.com/office/drawing/2014/main" val="2300404983"/>
                  </a:ext>
                </a:extLst>
              </a:tr>
              <a:tr h="812902">
                <a:tc>
                  <a:txBody>
                    <a:bodyPr/>
                    <a:lstStyle/>
                    <a:p>
                      <a:pPr algn="l"/>
                      <a:r>
                        <a:rPr lang="en-AU" sz="1600" dirty="0">
                          <a:effectLst/>
                        </a:rPr>
                        <a:t>Volume and Variety</a:t>
                      </a:r>
                    </a:p>
                  </a:txBody>
                  <a:tcPr marL="50800" marR="50800" marT="50800" marB="50800" anchor="ctr"/>
                </a:tc>
                <a:tc>
                  <a:txBody>
                    <a:bodyPr/>
                    <a:lstStyle/>
                    <a:p>
                      <a:pPr algn="l"/>
                      <a:r>
                        <a:rPr lang="en-AU" sz="1600" dirty="0">
                          <a:effectLst/>
                        </a:rPr>
                        <a:t>Data looks similar in format, offering very low variety</a:t>
                      </a:r>
                    </a:p>
                  </a:txBody>
                  <a:tcPr marL="50800" marR="50800" marT="50800" marB="50800" anchor="ctr"/>
                </a:tc>
                <a:tc>
                  <a:txBody>
                    <a:bodyPr/>
                    <a:lstStyle/>
                    <a:p>
                      <a:pPr algn="l"/>
                      <a:r>
                        <a:rPr lang="en-AU" sz="1600" dirty="0">
                          <a:effectLst/>
                        </a:rPr>
                        <a:t>Often large volume with wide range of formats (text, images, audio, video, etc.), contributing to its high variety</a:t>
                      </a:r>
                    </a:p>
                  </a:txBody>
                  <a:tcPr marL="50800" marR="50800" marT="50800" marB="50800" anchor="ctr"/>
                </a:tc>
                <a:extLst>
                  <a:ext uri="{0D108BD9-81ED-4DB2-BD59-A6C34878D82A}">
                    <a16:rowId xmlns:a16="http://schemas.microsoft.com/office/drawing/2014/main" val="3778012151"/>
                  </a:ext>
                </a:extLst>
              </a:tr>
              <a:tr h="749596">
                <a:tc>
                  <a:txBody>
                    <a:bodyPr/>
                    <a:lstStyle/>
                    <a:p>
                      <a:pPr algn="l"/>
                      <a:r>
                        <a:rPr lang="en-AU" sz="1600" dirty="0">
                          <a:effectLst/>
                        </a:rPr>
                        <a:t>Typical Use Cases</a:t>
                      </a:r>
                    </a:p>
                  </a:txBody>
                  <a:tcPr marL="50800" marR="50800" marT="50800" marB="50800" anchor="ctr"/>
                </a:tc>
                <a:tc>
                  <a:txBody>
                    <a:bodyPr/>
                    <a:lstStyle/>
                    <a:p>
                      <a:pPr algn="l"/>
                      <a:r>
                        <a:rPr lang="en-AU" sz="1600" dirty="0">
                          <a:effectLst/>
                        </a:rPr>
                        <a:t>ERP, CRM, BIS, Web form data and so on.</a:t>
                      </a:r>
                    </a:p>
                  </a:txBody>
                  <a:tcPr marL="50800" marR="50800" marT="50800" marB="50800" anchor="ctr"/>
                </a:tc>
                <a:tc>
                  <a:txBody>
                    <a:bodyPr/>
                    <a:lstStyle/>
                    <a:p>
                      <a:pPr algn="l"/>
                      <a:r>
                        <a:rPr lang="en-AU" sz="1600" dirty="0">
                          <a:effectLst/>
                        </a:rPr>
                        <a:t>Sentiment analysis, Chatbot, Image and Video Recognition, Document analysis and processing</a:t>
                      </a:r>
                    </a:p>
                  </a:txBody>
                  <a:tcPr marL="50800" marR="50800" marT="50800" marB="50800" anchor="ctr"/>
                </a:tc>
                <a:extLst>
                  <a:ext uri="{0D108BD9-81ED-4DB2-BD59-A6C34878D82A}">
                    <a16:rowId xmlns:a16="http://schemas.microsoft.com/office/drawing/2014/main" val="3830514280"/>
                  </a:ext>
                </a:extLst>
              </a:tr>
            </a:tbl>
          </a:graphicData>
        </a:graphic>
      </p:graphicFrame>
    </p:spTree>
    <p:extLst>
      <p:ext uri="{BB962C8B-B14F-4D97-AF65-F5344CB8AC3E}">
        <p14:creationId xmlns:p14="http://schemas.microsoft.com/office/powerpoint/2010/main" val="2287717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0E7B27-09F4-3AB2-2279-873861C10A2B}"/>
              </a:ext>
            </a:extLst>
          </p:cNvPr>
          <p:cNvSpPr>
            <a:spLocks noGrp="1"/>
          </p:cNvSpPr>
          <p:nvPr>
            <p:ph type="sldNum" sz="quarter" idx="10"/>
          </p:nvPr>
        </p:nvSpPr>
        <p:spPr/>
        <p:txBody>
          <a:bodyPr/>
          <a:lstStyle/>
          <a:p>
            <a:fld id="{9FB9FBB1-FD5B-41A6-B84B-A229A6B4BB39}" type="slidenum">
              <a:rPr lang="en-US" altLang="ja-JP" smtClean="0"/>
              <a:pPr/>
              <a:t>7</a:t>
            </a:fld>
            <a:endParaRPr lang="en-US" dirty="0"/>
          </a:p>
        </p:txBody>
      </p:sp>
      <p:sp>
        <p:nvSpPr>
          <p:cNvPr id="3" name="Text Placeholder 2">
            <a:extLst>
              <a:ext uri="{FF2B5EF4-FFF2-40B4-BE49-F238E27FC236}">
                <a16:creationId xmlns:a16="http://schemas.microsoft.com/office/drawing/2014/main" id="{CEBFDFD4-2849-17AF-A26D-0B171CD7FC04}"/>
              </a:ext>
            </a:extLst>
          </p:cNvPr>
          <p:cNvSpPr>
            <a:spLocks noGrp="1"/>
          </p:cNvSpPr>
          <p:nvPr>
            <p:ph type="body" sz="quarter" idx="11"/>
          </p:nvPr>
        </p:nvSpPr>
        <p:spPr/>
        <p:txBody>
          <a:bodyPr/>
          <a:lstStyle/>
          <a:p>
            <a:r>
              <a:rPr lang="en-AU" b="1" dirty="0"/>
              <a:t>Below table shows examples of structured and unstructured data, illustrating the key differences and types of data commonly encountered in business environments.</a:t>
            </a:r>
          </a:p>
          <a:p>
            <a:endParaRPr lang="en-AU" dirty="0"/>
          </a:p>
        </p:txBody>
      </p:sp>
      <p:sp>
        <p:nvSpPr>
          <p:cNvPr id="4" name="Title 3">
            <a:extLst>
              <a:ext uri="{FF2B5EF4-FFF2-40B4-BE49-F238E27FC236}">
                <a16:creationId xmlns:a16="http://schemas.microsoft.com/office/drawing/2014/main" id="{34D07D59-0BED-FFA6-D980-67046E2E4B42}"/>
              </a:ext>
            </a:extLst>
          </p:cNvPr>
          <p:cNvSpPr>
            <a:spLocks noGrp="1"/>
          </p:cNvSpPr>
          <p:nvPr>
            <p:ph type="title"/>
          </p:nvPr>
        </p:nvSpPr>
        <p:spPr/>
        <p:txBody>
          <a:bodyPr/>
          <a:lstStyle/>
          <a:p>
            <a:r>
              <a:rPr lang="en-AU" b="1" dirty="0"/>
              <a:t>Examples of Structured vs. Unstructured Data</a:t>
            </a:r>
          </a:p>
        </p:txBody>
      </p:sp>
      <p:graphicFrame>
        <p:nvGraphicFramePr>
          <p:cNvPr id="5" name="Table 4">
            <a:extLst>
              <a:ext uri="{FF2B5EF4-FFF2-40B4-BE49-F238E27FC236}">
                <a16:creationId xmlns:a16="http://schemas.microsoft.com/office/drawing/2014/main" id="{8CA984FD-251C-EFF9-8498-4211271BD731}"/>
              </a:ext>
            </a:extLst>
          </p:cNvPr>
          <p:cNvGraphicFramePr>
            <a:graphicFrameLocks noGrp="1"/>
          </p:cNvGraphicFramePr>
          <p:nvPr>
            <p:extLst>
              <p:ext uri="{D42A27DB-BD31-4B8C-83A1-F6EECF244321}">
                <p14:modId xmlns:p14="http://schemas.microsoft.com/office/powerpoint/2010/main" val="2828847615"/>
              </p:ext>
            </p:extLst>
          </p:nvPr>
        </p:nvGraphicFramePr>
        <p:xfrm>
          <a:off x="574674" y="1745928"/>
          <a:ext cx="9721528" cy="5151120"/>
        </p:xfrm>
        <a:graphic>
          <a:graphicData uri="http://schemas.openxmlformats.org/drawingml/2006/table">
            <a:tbl>
              <a:tblPr firstRow="1" bandRow="1">
                <a:tableStyleId>{5C22544A-7EE6-4342-B048-85BDC9FD1C3A}</a:tableStyleId>
              </a:tblPr>
              <a:tblGrid>
                <a:gridCol w="4536952">
                  <a:extLst>
                    <a:ext uri="{9D8B030D-6E8A-4147-A177-3AD203B41FA5}">
                      <a16:colId xmlns:a16="http://schemas.microsoft.com/office/drawing/2014/main" val="2370208434"/>
                    </a:ext>
                  </a:extLst>
                </a:gridCol>
                <a:gridCol w="5184576">
                  <a:extLst>
                    <a:ext uri="{9D8B030D-6E8A-4147-A177-3AD203B41FA5}">
                      <a16:colId xmlns:a16="http://schemas.microsoft.com/office/drawing/2014/main" val="2575832561"/>
                    </a:ext>
                  </a:extLst>
                </a:gridCol>
              </a:tblGrid>
              <a:tr h="370840">
                <a:tc>
                  <a:txBody>
                    <a:bodyPr/>
                    <a:lstStyle/>
                    <a:p>
                      <a:r>
                        <a:rPr lang="en-AU" sz="1600" dirty="0"/>
                        <a:t>Structured</a:t>
                      </a:r>
                    </a:p>
                  </a:txBody>
                  <a:tcPr/>
                </a:tc>
                <a:tc>
                  <a:txBody>
                    <a:bodyPr/>
                    <a:lstStyle/>
                    <a:p>
                      <a:r>
                        <a:rPr lang="en-AU" sz="1600" dirty="0"/>
                        <a:t>Unstructured Data</a:t>
                      </a:r>
                    </a:p>
                  </a:txBody>
                  <a:tcPr/>
                </a:tc>
                <a:extLst>
                  <a:ext uri="{0D108BD9-81ED-4DB2-BD59-A6C34878D82A}">
                    <a16:rowId xmlns:a16="http://schemas.microsoft.com/office/drawing/2014/main" val="772129034"/>
                  </a:ext>
                </a:extLst>
              </a:tr>
              <a:tr h="370840">
                <a:tc>
                  <a:txBody>
                    <a:bodyPr/>
                    <a:lstStyle/>
                    <a:p>
                      <a:pPr algn="l"/>
                      <a:r>
                        <a:rPr lang="en-AU" sz="1600" dirty="0">
                          <a:effectLst/>
                        </a:rPr>
                        <a:t>Customer database: names, phone numbers, balances</a:t>
                      </a:r>
                    </a:p>
                  </a:txBody>
                  <a:tcPr marL="50800" marR="50800" marT="50800" marB="50800" anchor="ctr"/>
                </a:tc>
                <a:tc>
                  <a:txBody>
                    <a:bodyPr/>
                    <a:lstStyle/>
                    <a:p>
                      <a:pPr algn="l"/>
                      <a:r>
                        <a:rPr lang="en-AU" sz="1600" dirty="0">
                          <a:effectLst/>
                        </a:rPr>
                        <a:t>Emails and attachments</a:t>
                      </a:r>
                    </a:p>
                  </a:txBody>
                  <a:tcPr marL="50800" marR="50800" marT="50800" marB="50800" anchor="ctr"/>
                </a:tc>
                <a:extLst>
                  <a:ext uri="{0D108BD9-81ED-4DB2-BD59-A6C34878D82A}">
                    <a16:rowId xmlns:a16="http://schemas.microsoft.com/office/drawing/2014/main" val="2303174027"/>
                  </a:ext>
                </a:extLst>
              </a:tr>
              <a:tr h="370840">
                <a:tc>
                  <a:txBody>
                    <a:bodyPr/>
                    <a:lstStyle/>
                    <a:p>
                      <a:pPr algn="l"/>
                      <a:r>
                        <a:rPr lang="en-AU" sz="1600" dirty="0">
                          <a:effectLst/>
                        </a:rPr>
                        <a:t>Sales transactions: date, amount, product ID, quantity</a:t>
                      </a:r>
                    </a:p>
                  </a:txBody>
                  <a:tcPr marL="50800" marR="50800" marT="50800" marB="50800" anchor="ctr"/>
                </a:tc>
                <a:tc>
                  <a:txBody>
                    <a:bodyPr/>
                    <a:lstStyle/>
                    <a:p>
                      <a:pPr algn="l"/>
                      <a:r>
                        <a:rPr lang="en-AU" sz="1600" dirty="0">
                          <a:effectLst/>
                        </a:rPr>
                        <a:t>Social media posts and comments</a:t>
                      </a:r>
                    </a:p>
                  </a:txBody>
                  <a:tcPr marL="50800" marR="50800" marT="50800" marB="50800" anchor="ctr"/>
                </a:tc>
                <a:extLst>
                  <a:ext uri="{0D108BD9-81ED-4DB2-BD59-A6C34878D82A}">
                    <a16:rowId xmlns:a16="http://schemas.microsoft.com/office/drawing/2014/main" val="176734947"/>
                  </a:ext>
                </a:extLst>
              </a:tr>
              <a:tr h="370840">
                <a:tc>
                  <a:txBody>
                    <a:bodyPr/>
                    <a:lstStyle/>
                    <a:p>
                      <a:pPr algn="l"/>
                      <a:r>
                        <a:rPr lang="en-AU" sz="1600" dirty="0">
                          <a:effectLst/>
                        </a:rPr>
                        <a:t>Sensor data: temperature, humidity, timestamps</a:t>
                      </a:r>
                    </a:p>
                  </a:txBody>
                  <a:tcPr marL="50800" marR="50800" marT="50800" marB="50800" anchor="ctr"/>
                </a:tc>
                <a:tc>
                  <a:txBody>
                    <a:bodyPr/>
                    <a:lstStyle/>
                    <a:p>
                      <a:pPr algn="l"/>
                      <a:r>
                        <a:rPr lang="en-AU" sz="1600" dirty="0">
                          <a:effectLst/>
                        </a:rPr>
                        <a:t>Videos and photographs</a:t>
                      </a:r>
                    </a:p>
                  </a:txBody>
                  <a:tcPr marL="50800" marR="50800" marT="50800" marB="50800" anchor="ctr"/>
                </a:tc>
                <a:extLst>
                  <a:ext uri="{0D108BD9-81ED-4DB2-BD59-A6C34878D82A}">
                    <a16:rowId xmlns:a16="http://schemas.microsoft.com/office/drawing/2014/main" val="3265357328"/>
                  </a:ext>
                </a:extLst>
              </a:tr>
              <a:tr h="370840">
                <a:tc>
                  <a:txBody>
                    <a:bodyPr/>
                    <a:lstStyle/>
                    <a:p>
                      <a:pPr algn="l"/>
                      <a:r>
                        <a:rPr lang="en-AU" sz="1600" dirty="0">
                          <a:effectLst/>
                        </a:rPr>
                        <a:t>Employee records: ID, department, salary, joining date</a:t>
                      </a:r>
                    </a:p>
                  </a:txBody>
                  <a:tcPr marL="50800" marR="50800" marT="50800" marB="50800" anchor="ctr"/>
                </a:tc>
                <a:tc>
                  <a:txBody>
                    <a:bodyPr/>
                    <a:lstStyle/>
                    <a:p>
                      <a:pPr algn="l"/>
                      <a:r>
                        <a:rPr lang="en-AU" sz="1600" dirty="0">
                          <a:effectLst/>
                        </a:rPr>
                        <a:t>Audio recordings and voice calls</a:t>
                      </a:r>
                    </a:p>
                  </a:txBody>
                  <a:tcPr marL="50800" marR="50800" marT="50800" marB="50800" anchor="ctr"/>
                </a:tc>
                <a:extLst>
                  <a:ext uri="{0D108BD9-81ED-4DB2-BD59-A6C34878D82A}">
                    <a16:rowId xmlns:a16="http://schemas.microsoft.com/office/drawing/2014/main" val="1210868671"/>
                  </a:ext>
                </a:extLst>
              </a:tr>
              <a:tr h="370840">
                <a:tc>
                  <a:txBody>
                    <a:bodyPr/>
                    <a:lstStyle/>
                    <a:p>
                      <a:pPr algn="l"/>
                      <a:r>
                        <a:rPr lang="en-AU" sz="1600" dirty="0">
                          <a:effectLst/>
                        </a:rPr>
                        <a:t>Financial ledger: account numbers, debits, credits, dates</a:t>
                      </a:r>
                    </a:p>
                  </a:txBody>
                  <a:tcPr marL="50800" marR="50800" marT="50800" marB="50800" anchor="ctr"/>
                </a:tc>
                <a:tc>
                  <a:txBody>
                    <a:bodyPr/>
                    <a:lstStyle/>
                    <a:p>
                      <a:pPr algn="l"/>
                      <a:r>
                        <a:rPr lang="en-AU" sz="1600" dirty="0">
                          <a:effectLst/>
                        </a:rPr>
                        <a:t>PDFs, scanned documents, contracts</a:t>
                      </a:r>
                    </a:p>
                  </a:txBody>
                  <a:tcPr marL="50800" marR="50800" marT="50800" marB="50800" anchor="ctr"/>
                </a:tc>
                <a:extLst>
                  <a:ext uri="{0D108BD9-81ED-4DB2-BD59-A6C34878D82A}">
                    <a16:rowId xmlns:a16="http://schemas.microsoft.com/office/drawing/2014/main" val="39571941"/>
                  </a:ext>
                </a:extLst>
              </a:tr>
              <a:tr h="370840">
                <a:tc>
                  <a:txBody>
                    <a:bodyPr/>
                    <a:lstStyle/>
                    <a:p>
                      <a:r>
                        <a:rPr kumimoji="1" lang="en-AU" sz="1600" b="0" i="0" kern="1200" dirty="0">
                          <a:solidFill>
                            <a:schemeClr val="dk1"/>
                          </a:solidFill>
                          <a:effectLst/>
                          <a:latin typeface="+mn-lt"/>
                          <a:ea typeface="+mn-ea"/>
                          <a:cs typeface="+mn-cs"/>
                        </a:rPr>
                        <a:t>Tools:</a:t>
                      </a:r>
                    </a:p>
                    <a:p>
                      <a:r>
                        <a:rPr kumimoji="1" lang="en-AU" sz="1600" b="0" i="0" kern="1200" dirty="0">
                          <a:solidFill>
                            <a:schemeClr val="dk1"/>
                          </a:solidFill>
                          <a:effectLst/>
                          <a:latin typeface="+mn-lt"/>
                          <a:ea typeface="+mn-ea"/>
                          <a:cs typeface="+mn-cs"/>
                        </a:rPr>
                        <a:t>Oracle Database</a:t>
                      </a:r>
                    </a:p>
                    <a:p>
                      <a:r>
                        <a:rPr kumimoji="1" lang="en-AU" sz="1600" b="0" i="0" kern="1200" dirty="0">
                          <a:solidFill>
                            <a:schemeClr val="dk1"/>
                          </a:solidFill>
                          <a:effectLst/>
                          <a:latin typeface="+mn-lt"/>
                          <a:ea typeface="+mn-ea"/>
                          <a:cs typeface="+mn-cs"/>
                        </a:rPr>
                        <a:t>MySQL</a:t>
                      </a:r>
                    </a:p>
                    <a:p>
                      <a:r>
                        <a:rPr kumimoji="1" lang="en-AU" sz="1600" b="0" i="0" kern="1200" dirty="0">
                          <a:solidFill>
                            <a:schemeClr val="dk1"/>
                          </a:solidFill>
                          <a:effectLst/>
                          <a:latin typeface="+mn-lt"/>
                          <a:ea typeface="+mn-ea"/>
                          <a:cs typeface="+mn-cs"/>
                        </a:rPr>
                        <a:t>Microsoft SQL Server</a:t>
                      </a:r>
                    </a:p>
                    <a:p>
                      <a:r>
                        <a:rPr kumimoji="1" lang="en-AU" sz="1600" b="0" i="0" kern="1200" dirty="0">
                          <a:solidFill>
                            <a:schemeClr val="dk1"/>
                          </a:solidFill>
                          <a:effectLst/>
                          <a:latin typeface="+mn-lt"/>
                          <a:ea typeface="+mn-ea"/>
                          <a:cs typeface="+mn-cs"/>
                        </a:rPr>
                        <a:t>Excel</a:t>
                      </a:r>
                    </a:p>
                  </a:txBody>
                  <a:tcPr marL="50800" marR="50800" marT="50800" marB="50800" anchor="ctr"/>
                </a:tc>
                <a:tc>
                  <a:txBody>
                    <a:bodyPr/>
                    <a:lstStyle/>
                    <a:p>
                      <a:pPr algn="l"/>
                      <a:r>
                        <a:rPr lang="en-AU" sz="1600" dirty="0">
                          <a:effectLst/>
                        </a:rPr>
                        <a:t>Text classification, summarization, chatbots(NLP Libraries)</a:t>
                      </a:r>
                    </a:p>
                    <a:p>
                      <a:pPr algn="l"/>
                      <a:r>
                        <a:rPr lang="en-AU" sz="1600" dirty="0">
                          <a:effectLst/>
                        </a:rPr>
                        <a:t>Semantic search, recommendation systems(Vector Databases)</a:t>
                      </a:r>
                    </a:p>
                    <a:p>
                      <a:pPr algn="l"/>
                      <a:r>
                        <a:rPr lang="en-AU" sz="1600" dirty="0">
                          <a:effectLst/>
                        </a:rPr>
                        <a:t>Image recognition, object detection(Computer Vision)</a:t>
                      </a:r>
                    </a:p>
                    <a:p>
                      <a:pPr algn="l"/>
                      <a:r>
                        <a:rPr lang="en-AU" sz="1600" dirty="0">
                          <a:effectLst/>
                        </a:rPr>
                        <a:t>Voice assistants, transcription(Speech Processing)</a:t>
                      </a:r>
                    </a:p>
                    <a:p>
                      <a:pPr algn="l"/>
                      <a:r>
                        <a:rPr lang="en-AU" sz="1600" dirty="0">
                          <a:effectLst/>
                        </a:rPr>
                        <a:t>Data ingestion, indexing, batch/stream processing(Data Storage &amp; Big Data)</a:t>
                      </a:r>
                    </a:p>
                  </a:txBody>
                  <a:tcPr marL="50800" marR="50800" marT="50800" marB="50800" anchor="ctr"/>
                </a:tc>
                <a:extLst>
                  <a:ext uri="{0D108BD9-81ED-4DB2-BD59-A6C34878D82A}">
                    <a16:rowId xmlns:a16="http://schemas.microsoft.com/office/drawing/2014/main" val="473282196"/>
                  </a:ext>
                </a:extLst>
              </a:tr>
            </a:tbl>
          </a:graphicData>
        </a:graphic>
      </p:graphicFrame>
    </p:spTree>
    <p:extLst>
      <p:ext uri="{BB962C8B-B14F-4D97-AF65-F5344CB8AC3E}">
        <p14:creationId xmlns:p14="http://schemas.microsoft.com/office/powerpoint/2010/main" val="3139668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9E35-C6FD-4F6B-0B66-52737C6582D0}"/>
              </a:ext>
            </a:extLst>
          </p:cNvPr>
          <p:cNvSpPr>
            <a:spLocks noGrp="1"/>
          </p:cNvSpPr>
          <p:nvPr>
            <p:ph type="title"/>
          </p:nvPr>
        </p:nvSpPr>
        <p:spPr/>
        <p:txBody>
          <a:bodyPr/>
          <a:lstStyle/>
          <a:p>
            <a:r>
              <a:rPr lang="en-AU" sz="2000" dirty="0"/>
              <a:t>Question 1:</a:t>
            </a:r>
            <a:br>
              <a:rPr lang="en-AU" sz="2000" dirty="0"/>
            </a:br>
            <a:r>
              <a:rPr lang="en-AU" sz="2000" dirty="0"/>
              <a:t>Is AI often deals with Structured data or Unstructured data?</a:t>
            </a:r>
          </a:p>
        </p:txBody>
      </p:sp>
      <p:sp>
        <p:nvSpPr>
          <p:cNvPr id="3" name="Text Placeholder 2">
            <a:extLst>
              <a:ext uri="{FF2B5EF4-FFF2-40B4-BE49-F238E27FC236}">
                <a16:creationId xmlns:a16="http://schemas.microsoft.com/office/drawing/2014/main" id="{57E00EC5-0A1B-628A-5461-95191E588612}"/>
              </a:ext>
            </a:extLst>
          </p:cNvPr>
          <p:cNvSpPr>
            <a:spLocks noGrp="1"/>
          </p:cNvSpPr>
          <p:nvPr>
            <p:ph type="body" idx="1"/>
          </p:nvPr>
        </p:nvSpPr>
        <p:spPr/>
        <p:txBody>
          <a:bodyPr/>
          <a:lstStyle/>
          <a:p>
            <a:r>
              <a:rPr lang="en-AU" sz="1600" dirty="0"/>
              <a:t>Type your answer in Meeting Chat</a:t>
            </a:r>
          </a:p>
        </p:txBody>
      </p:sp>
    </p:spTree>
    <p:extLst>
      <p:ext uri="{BB962C8B-B14F-4D97-AF65-F5344CB8AC3E}">
        <p14:creationId xmlns:p14="http://schemas.microsoft.com/office/powerpoint/2010/main" val="3180877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6DF61DA-D601-4BFE-8C03-8F7CB86F0D7E}"/>
              </a:ext>
            </a:extLst>
          </p:cNvPr>
          <p:cNvSpPr>
            <a:spLocks noGrp="1"/>
          </p:cNvSpPr>
          <p:nvPr>
            <p:ph type="sldNum" sz="quarter" idx="10"/>
          </p:nvPr>
        </p:nvSpPr>
        <p:spPr/>
        <p:txBody>
          <a:bodyPr/>
          <a:lstStyle/>
          <a:p>
            <a:fld id="{9FB9FBB1-FD5B-41A6-B84B-A229A6B4BB39}" type="slidenum">
              <a:rPr lang="en-US" altLang="ja-JP" smtClean="0"/>
              <a:pPr/>
              <a:t>9</a:t>
            </a:fld>
            <a:endParaRPr lang="en-US" dirty="0"/>
          </a:p>
        </p:txBody>
      </p:sp>
      <p:sp>
        <p:nvSpPr>
          <p:cNvPr id="3" name="テキスト プレースホルダー 2">
            <a:extLst>
              <a:ext uri="{FF2B5EF4-FFF2-40B4-BE49-F238E27FC236}">
                <a16:creationId xmlns:a16="http://schemas.microsoft.com/office/drawing/2014/main" id="{1899FC96-830C-4DC1-A27D-52B423728380}"/>
              </a:ext>
            </a:extLst>
          </p:cNvPr>
          <p:cNvSpPr>
            <a:spLocks noGrp="1"/>
          </p:cNvSpPr>
          <p:nvPr>
            <p:ph type="body" sz="quarter" idx="11"/>
          </p:nvPr>
        </p:nvSpPr>
        <p:spPr>
          <a:xfrm>
            <a:off x="575123" y="1025848"/>
            <a:ext cx="9505055" cy="5760640"/>
          </a:xfrm>
        </p:spPr>
        <p:txBody>
          <a:bodyPr/>
          <a:lstStyle/>
          <a:p>
            <a:r>
              <a:rPr lang="en-AU" b="0" i="0" dirty="0">
                <a:effectLst/>
                <a:latin typeface="+mj-lt"/>
              </a:rPr>
              <a:t>AI works with </a:t>
            </a:r>
            <a:r>
              <a:rPr lang="en-AU" b="1" i="0" dirty="0">
                <a:effectLst/>
                <a:latin typeface="+mj-lt"/>
              </a:rPr>
              <a:t>both structured and unstructured data</a:t>
            </a:r>
            <a:r>
              <a:rPr lang="en-AU" b="0" i="0" dirty="0">
                <a:effectLst/>
                <a:latin typeface="+mj-lt"/>
              </a:rPr>
              <a:t>, but it most often deals with </a:t>
            </a:r>
            <a:r>
              <a:rPr lang="en-AU" b="1" i="0" dirty="0">
                <a:effectLst/>
                <a:latin typeface="+mj-lt"/>
              </a:rPr>
              <a:t>unstructured data</a:t>
            </a:r>
          </a:p>
          <a:p>
            <a:endParaRPr kumimoji="1" lang="en-AU" altLang="ja-JP" b="1" dirty="0">
              <a:latin typeface="Roboto" panose="02000000000000000000" pitchFamily="2" charset="0"/>
            </a:endParaRPr>
          </a:p>
          <a:p>
            <a:endParaRPr kumimoji="1" lang="ja-JP" altLang="en-US" dirty="0"/>
          </a:p>
        </p:txBody>
      </p:sp>
      <p:sp>
        <p:nvSpPr>
          <p:cNvPr id="4" name="タイトル 3">
            <a:extLst>
              <a:ext uri="{FF2B5EF4-FFF2-40B4-BE49-F238E27FC236}">
                <a16:creationId xmlns:a16="http://schemas.microsoft.com/office/drawing/2014/main" id="{E56447FC-71F3-4B43-AD97-78148212AFBE}"/>
              </a:ext>
            </a:extLst>
          </p:cNvPr>
          <p:cNvSpPr>
            <a:spLocks noGrp="1"/>
          </p:cNvSpPr>
          <p:nvPr>
            <p:ph type="title"/>
          </p:nvPr>
        </p:nvSpPr>
        <p:spPr/>
        <p:txBody>
          <a:bodyPr/>
          <a:lstStyle/>
          <a:p>
            <a:r>
              <a:rPr kumimoji="1" lang="en-US" altLang="ja-JP" b="1" dirty="0"/>
              <a:t>Answer</a:t>
            </a:r>
            <a:endParaRPr kumimoji="1" lang="ja-JP" altLang="en-US" b="1" dirty="0"/>
          </a:p>
        </p:txBody>
      </p:sp>
      <p:graphicFrame>
        <p:nvGraphicFramePr>
          <p:cNvPr id="75" name="Table 74">
            <a:extLst>
              <a:ext uri="{FF2B5EF4-FFF2-40B4-BE49-F238E27FC236}">
                <a16:creationId xmlns:a16="http://schemas.microsoft.com/office/drawing/2014/main" id="{311E63FC-5E20-4BA3-1E2A-D435483F102E}"/>
              </a:ext>
            </a:extLst>
          </p:cNvPr>
          <p:cNvGraphicFramePr>
            <a:graphicFrameLocks noGrp="1"/>
          </p:cNvGraphicFramePr>
          <p:nvPr>
            <p:extLst>
              <p:ext uri="{D42A27DB-BD31-4B8C-83A1-F6EECF244321}">
                <p14:modId xmlns:p14="http://schemas.microsoft.com/office/powerpoint/2010/main" val="2646295145"/>
              </p:ext>
            </p:extLst>
          </p:nvPr>
        </p:nvGraphicFramePr>
        <p:xfrm>
          <a:off x="574675" y="1423080"/>
          <a:ext cx="9787034" cy="1330960"/>
        </p:xfrm>
        <a:graphic>
          <a:graphicData uri="http://schemas.openxmlformats.org/drawingml/2006/table">
            <a:tbl>
              <a:tblPr firstRow="1" bandRow="1">
                <a:tableStyleId>{5C22544A-7EE6-4342-B048-85BDC9FD1C3A}</a:tableStyleId>
              </a:tblPr>
              <a:tblGrid>
                <a:gridCol w="3018282">
                  <a:extLst>
                    <a:ext uri="{9D8B030D-6E8A-4147-A177-3AD203B41FA5}">
                      <a16:colId xmlns:a16="http://schemas.microsoft.com/office/drawing/2014/main" val="2358274294"/>
                    </a:ext>
                  </a:extLst>
                </a:gridCol>
                <a:gridCol w="6768752">
                  <a:extLst>
                    <a:ext uri="{9D8B030D-6E8A-4147-A177-3AD203B41FA5}">
                      <a16:colId xmlns:a16="http://schemas.microsoft.com/office/drawing/2014/main" val="1855989562"/>
                    </a:ext>
                  </a:extLst>
                </a:gridCol>
              </a:tblGrid>
              <a:tr h="370840">
                <a:tc>
                  <a:txBody>
                    <a:bodyPr/>
                    <a:lstStyle/>
                    <a:p>
                      <a:pPr algn="ctr"/>
                      <a:r>
                        <a:rPr lang="en-AU" sz="1600" dirty="0">
                          <a:effectLst/>
                        </a:rPr>
                        <a:t>Data Type</a:t>
                      </a:r>
                    </a:p>
                  </a:txBody>
                  <a:tcPr marL="50800" marR="50800" marT="50800" marB="50800" anchor="ctr"/>
                </a:tc>
                <a:tc>
                  <a:txBody>
                    <a:bodyPr/>
                    <a:lstStyle/>
                    <a:p>
                      <a:pPr algn="ctr"/>
                      <a:r>
                        <a:rPr lang="en-AU" sz="1600" dirty="0">
                          <a:effectLst/>
                        </a:rPr>
                        <a:t>AI Usage Focus</a:t>
                      </a:r>
                    </a:p>
                  </a:txBody>
                  <a:tcPr marL="50800" marR="50800" marT="50800" marB="50800" anchor="ctr"/>
                </a:tc>
                <a:extLst>
                  <a:ext uri="{0D108BD9-81ED-4DB2-BD59-A6C34878D82A}">
                    <a16:rowId xmlns:a16="http://schemas.microsoft.com/office/drawing/2014/main" val="2552603960"/>
                  </a:ext>
                </a:extLst>
              </a:tr>
              <a:tr h="370840">
                <a:tc>
                  <a:txBody>
                    <a:bodyPr/>
                    <a:lstStyle/>
                    <a:p>
                      <a:pPr algn="l"/>
                      <a:r>
                        <a:rPr lang="en-AU" sz="1600" dirty="0">
                          <a:effectLst/>
                        </a:rPr>
                        <a:t>Structured Data</a:t>
                      </a:r>
                    </a:p>
                  </a:txBody>
                  <a:tcPr marL="50800" marR="50800" marT="50800" marB="50800" anchor="ctr"/>
                </a:tc>
                <a:tc>
                  <a:txBody>
                    <a:bodyPr/>
                    <a:lstStyle/>
                    <a:p>
                      <a:pPr algn="l"/>
                      <a:r>
                        <a:rPr lang="en-AU" sz="1600" dirty="0">
                          <a:effectLst/>
                        </a:rPr>
                        <a:t>Used in traditional ML models for clear, tabular data.</a:t>
                      </a:r>
                    </a:p>
                  </a:txBody>
                  <a:tcPr marL="50800" marR="50800" marT="50800" marB="50800" anchor="ctr"/>
                </a:tc>
                <a:extLst>
                  <a:ext uri="{0D108BD9-81ED-4DB2-BD59-A6C34878D82A}">
                    <a16:rowId xmlns:a16="http://schemas.microsoft.com/office/drawing/2014/main" val="1189584652"/>
                  </a:ext>
                </a:extLst>
              </a:tr>
              <a:tr h="370840">
                <a:tc>
                  <a:txBody>
                    <a:bodyPr/>
                    <a:lstStyle/>
                    <a:p>
                      <a:pPr algn="l"/>
                      <a:r>
                        <a:rPr lang="en-AU" sz="1600" dirty="0">
                          <a:effectLst/>
                        </a:rPr>
                        <a:t>Unstructured Data</a:t>
                      </a:r>
                    </a:p>
                  </a:txBody>
                  <a:tcPr marL="50800" marR="50800" marT="50800" marB="50800" anchor="ctr"/>
                </a:tc>
                <a:tc>
                  <a:txBody>
                    <a:bodyPr/>
                    <a:lstStyle/>
                    <a:p>
                      <a:pPr algn="l"/>
                      <a:r>
                        <a:rPr lang="en-AU" sz="1600" dirty="0">
                          <a:effectLst/>
                        </a:rPr>
                        <a:t>Primary focus for modern AI applications requiring understanding of complex, free-form data.</a:t>
                      </a:r>
                    </a:p>
                  </a:txBody>
                  <a:tcPr marL="50800" marR="50800" marT="50800" marB="50800" anchor="ctr"/>
                </a:tc>
                <a:extLst>
                  <a:ext uri="{0D108BD9-81ED-4DB2-BD59-A6C34878D82A}">
                    <a16:rowId xmlns:a16="http://schemas.microsoft.com/office/drawing/2014/main" val="441375409"/>
                  </a:ext>
                </a:extLst>
              </a:tr>
            </a:tbl>
          </a:graphicData>
        </a:graphic>
      </p:graphicFrame>
    </p:spTree>
    <p:extLst>
      <p:ext uri="{BB962C8B-B14F-4D97-AF65-F5344CB8AC3E}">
        <p14:creationId xmlns:p14="http://schemas.microsoft.com/office/powerpoint/2010/main" val="2298316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9E35-C6FD-4F6B-0B66-52737C6582D0}"/>
              </a:ext>
            </a:extLst>
          </p:cNvPr>
          <p:cNvSpPr>
            <a:spLocks noGrp="1"/>
          </p:cNvSpPr>
          <p:nvPr>
            <p:ph type="title"/>
          </p:nvPr>
        </p:nvSpPr>
        <p:spPr>
          <a:xfrm>
            <a:off x="1655241" y="2684507"/>
            <a:ext cx="8784977" cy="1075721"/>
          </a:xfrm>
        </p:spPr>
        <p:txBody>
          <a:bodyPr/>
          <a:lstStyle/>
          <a:p>
            <a:r>
              <a:rPr lang="en-AU" sz="2000" dirty="0"/>
              <a:t>Question 2:</a:t>
            </a:r>
            <a:br>
              <a:rPr lang="en-AU" sz="2000" dirty="0"/>
            </a:br>
            <a:r>
              <a:rPr lang="en-AU" sz="2000" dirty="0"/>
              <a:t>Is there any Fujifilm product or AI solution that specifically handles Unstructured data?</a:t>
            </a:r>
          </a:p>
        </p:txBody>
      </p:sp>
      <p:sp>
        <p:nvSpPr>
          <p:cNvPr id="3" name="Text Placeholder 2">
            <a:extLst>
              <a:ext uri="{FF2B5EF4-FFF2-40B4-BE49-F238E27FC236}">
                <a16:creationId xmlns:a16="http://schemas.microsoft.com/office/drawing/2014/main" id="{57E00EC5-0A1B-628A-5461-95191E588612}"/>
              </a:ext>
            </a:extLst>
          </p:cNvPr>
          <p:cNvSpPr>
            <a:spLocks noGrp="1"/>
          </p:cNvSpPr>
          <p:nvPr>
            <p:ph type="body" idx="1"/>
          </p:nvPr>
        </p:nvSpPr>
        <p:spPr/>
        <p:txBody>
          <a:bodyPr/>
          <a:lstStyle/>
          <a:p>
            <a:r>
              <a:rPr lang="en-AU" sz="1600" dirty="0"/>
              <a:t>Type your answer in Meeting Chat</a:t>
            </a:r>
          </a:p>
        </p:txBody>
      </p:sp>
    </p:spTree>
    <p:extLst>
      <p:ext uri="{BB962C8B-B14F-4D97-AF65-F5344CB8AC3E}">
        <p14:creationId xmlns:p14="http://schemas.microsoft.com/office/powerpoint/2010/main" val="944112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6DF61DA-D601-4BFE-8C03-8F7CB86F0D7E}"/>
              </a:ext>
            </a:extLst>
          </p:cNvPr>
          <p:cNvSpPr>
            <a:spLocks noGrp="1"/>
          </p:cNvSpPr>
          <p:nvPr>
            <p:ph type="sldNum" sz="quarter" idx="10"/>
          </p:nvPr>
        </p:nvSpPr>
        <p:spPr/>
        <p:txBody>
          <a:bodyPr/>
          <a:lstStyle/>
          <a:p>
            <a:fld id="{9FB9FBB1-FD5B-41A6-B84B-A229A6B4BB39}" type="slidenum">
              <a:rPr lang="en-US" altLang="ja-JP" smtClean="0"/>
              <a:pPr/>
              <a:t>11</a:t>
            </a:fld>
            <a:endParaRPr lang="en-US" dirty="0"/>
          </a:p>
        </p:txBody>
      </p:sp>
      <p:sp>
        <p:nvSpPr>
          <p:cNvPr id="3" name="テキスト プレースホルダー 2">
            <a:extLst>
              <a:ext uri="{FF2B5EF4-FFF2-40B4-BE49-F238E27FC236}">
                <a16:creationId xmlns:a16="http://schemas.microsoft.com/office/drawing/2014/main" id="{1899FC96-830C-4DC1-A27D-52B423728380}"/>
              </a:ext>
            </a:extLst>
          </p:cNvPr>
          <p:cNvSpPr>
            <a:spLocks noGrp="1"/>
          </p:cNvSpPr>
          <p:nvPr>
            <p:ph type="body" sz="quarter" idx="11"/>
          </p:nvPr>
        </p:nvSpPr>
        <p:spPr>
          <a:xfrm>
            <a:off x="575123" y="1025848"/>
            <a:ext cx="9505055" cy="5760640"/>
          </a:xfrm>
        </p:spPr>
        <p:txBody>
          <a:bodyPr/>
          <a:lstStyle/>
          <a:p>
            <a:r>
              <a:rPr lang="en-AU" b="1" i="0" dirty="0">
                <a:effectLst/>
              </a:rPr>
              <a:t>Ye</a:t>
            </a:r>
            <a:r>
              <a:rPr lang="en-AU" b="1" dirty="0"/>
              <a:t>s, it </a:t>
            </a:r>
            <a:r>
              <a:rPr lang="en-AU" b="1" i="0" dirty="0">
                <a:effectLst/>
              </a:rPr>
              <a:t>does offer AI-enhanced solutions that specialize in processing, classifying, and extracting information from unstructured documents and images</a:t>
            </a:r>
            <a:r>
              <a:rPr lang="en-AU" b="0" i="0" dirty="0">
                <a:effectLst/>
              </a:rPr>
              <a:t>, which is a key aspect of unstructured data handling in many industries.</a:t>
            </a:r>
            <a:endParaRPr kumimoji="1" lang="ja-JP" altLang="en-US" dirty="0"/>
          </a:p>
        </p:txBody>
      </p:sp>
      <p:sp>
        <p:nvSpPr>
          <p:cNvPr id="4" name="タイトル 3">
            <a:extLst>
              <a:ext uri="{FF2B5EF4-FFF2-40B4-BE49-F238E27FC236}">
                <a16:creationId xmlns:a16="http://schemas.microsoft.com/office/drawing/2014/main" id="{E56447FC-71F3-4B43-AD97-78148212AFBE}"/>
              </a:ext>
            </a:extLst>
          </p:cNvPr>
          <p:cNvSpPr>
            <a:spLocks noGrp="1"/>
          </p:cNvSpPr>
          <p:nvPr>
            <p:ph type="title"/>
          </p:nvPr>
        </p:nvSpPr>
        <p:spPr/>
        <p:txBody>
          <a:bodyPr/>
          <a:lstStyle/>
          <a:p>
            <a:r>
              <a:rPr kumimoji="1" lang="en-US" altLang="ja-JP" b="1" dirty="0"/>
              <a:t>Answer</a:t>
            </a:r>
            <a:endParaRPr kumimoji="1" lang="ja-JP" altLang="en-US" b="1" dirty="0"/>
          </a:p>
        </p:txBody>
      </p:sp>
      <p:pic>
        <p:nvPicPr>
          <p:cNvPr id="76" name="Picture 75">
            <a:extLst>
              <a:ext uri="{FF2B5EF4-FFF2-40B4-BE49-F238E27FC236}">
                <a16:creationId xmlns:a16="http://schemas.microsoft.com/office/drawing/2014/main" id="{5A3CE6F0-28A1-FAD2-6111-D478B4D62597}"/>
              </a:ext>
            </a:extLst>
          </p:cNvPr>
          <p:cNvPicPr>
            <a:picLocks noChangeAspect="1"/>
          </p:cNvPicPr>
          <p:nvPr/>
        </p:nvPicPr>
        <p:blipFill>
          <a:blip r:embed="rId2"/>
          <a:stretch>
            <a:fillRect/>
          </a:stretch>
        </p:blipFill>
        <p:spPr>
          <a:xfrm>
            <a:off x="576183" y="1910094"/>
            <a:ext cx="9504442" cy="4948402"/>
          </a:xfrm>
          <a:prstGeom prst="rect">
            <a:avLst/>
          </a:prstGeom>
        </p:spPr>
      </p:pic>
    </p:spTree>
    <p:extLst>
      <p:ext uri="{BB962C8B-B14F-4D97-AF65-F5344CB8AC3E}">
        <p14:creationId xmlns:p14="http://schemas.microsoft.com/office/powerpoint/2010/main" val="2560450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6DF61DA-D601-4BFE-8C03-8F7CB86F0D7E}"/>
              </a:ext>
            </a:extLst>
          </p:cNvPr>
          <p:cNvSpPr>
            <a:spLocks noGrp="1"/>
          </p:cNvSpPr>
          <p:nvPr>
            <p:ph type="sldNum" sz="quarter" idx="10"/>
          </p:nvPr>
        </p:nvSpPr>
        <p:spPr/>
        <p:txBody>
          <a:bodyPr/>
          <a:lstStyle/>
          <a:p>
            <a:fld id="{9FB9FBB1-FD5B-41A6-B84B-A229A6B4BB39}" type="slidenum">
              <a:rPr lang="en-US" altLang="ja-JP" smtClean="0"/>
              <a:pPr/>
              <a:t>12</a:t>
            </a:fld>
            <a:endParaRPr lang="en-US" dirty="0"/>
          </a:p>
        </p:txBody>
      </p:sp>
      <p:sp>
        <p:nvSpPr>
          <p:cNvPr id="3" name="テキスト プレースホルダー 2">
            <a:extLst>
              <a:ext uri="{FF2B5EF4-FFF2-40B4-BE49-F238E27FC236}">
                <a16:creationId xmlns:a16="http://schemas.microsoft.com/office/drawing/2014/main" id="{1899FC96-830C-4DC1-A27D-52B423728380}"/>
              </a:ext>
            </a:extLst>
          </p:cNvPr>
          <p:cNvSpPr>
            <a:spLocks noGrp="1"/>
          </p:cNvSpPr>
          <p:nvPr>
            <p:ph type="body" sz="quarter" idx="11"/>
          </p:nvPr>
        </p:nvSpPr>
        <p:spPr>
          <a:xfrm>
            <a:off x="575123" y="1025848"/>
            <a:ext cx="9505055" cy="5760640"/>
          </a:xfrm>
        </p:spPr>
        <p:txBody>
          <a:bodyPr/>
          <a:lstStyle/>
          <a:p>
            <a:r>
              <a:rPr lang="en-AU" b="1" i="0" dirty="0">
                <a:effectLst/>
              </a:rPr>
              <a:t>FUJIFILM Business Innovation has enabled robust reading of line-items tables in non-standard ledger sheets using OCR powered by generative AI. </a:t>
            </a:r>
          </a:p>
          <a:p>
            <a:r>
              <a:rPr lang="en-AU" b="0" i="0" dirty="0">
                <a:solidFill>
                  <a:srgbClr val="000000"/>
                </a:solidFill>
                <a:effectLst/>
              </a:rPr>
              <a:t>FUJIFILM IWpro supports the full workflow</a:t>
            </a:r>
            <a:endParaRPr lang="en-AU" i="0" dirty="0">
              <a:effectLst/>
            </a:endParaRPr>
          </a:p>
          <a:p>
            <a:pPr marL="285750" indent="-285750">
              <a:buFont typeface="Arial" panose="020B0604020202020204" pitchFamily="34" charset="0"/>
              <a:buChar char="•"/>
            </a:pPr>
            <a:r>
              <a:rPr lang="en-AU" i="0" dirty="0">
                <a:effectLst/>
              </a:rPr>
              <a:t>Automated data conversion for non-standard forms without prompt configuration. Generative AI-enhanced OCR convert estimates, purchase orders, delivery notes, and invoices - the formats vary by company - into structured digital data. </a:t>
            </a:r>
          </a:p>
          <a:p>
            <a:pPr marL="285750" indent="-285750">
              <a:buFont typeface="Arial" panose="020B0604020202020204" pitchFamily="34" charset="0"/>
              <a:buChar char="•"/>
            </a:pPr>
            <a:r>
              <a:rPr lang="en-AU" i="0" dirty="0">
                <a:effectLst/>
              </a:rPr>
              <a:t>Direct integration with business workflow, Outputs structured data in formats compatible with subsequent systems, enabling direct import into sales or accounting systems without additional data processing or editing. </a:t>
            </a:r>
          </a:p>
          <a:p>
            <a:endParaRPr lang="en-AU" dirty="0"/>
          </a:p>
          <a:p>
            <a:endParaRPr lang="en-AU" i="0" dirty="0">
              <a:effectLst/>
            </a:endParaRPr>
          </a:p>
          <a:p>
            <a:endParaRPr lang="en-AU" b="1" i="0" dirty="0">
              <a:effectLst/>
            </a:endParaRPr>
          </a:p>
          <a:p>
            <a:endParaRPr kumimoji="1" lang="en-AU" altLang="ja-JP" b="1" dirty="0"/>
          </a:p>
          <a:p>
            <a:endParaRPr kumimoji="1" lang="ja-JP" altLang="en-US" dirty="0"/>
          </a:p>
        </p:txBody>
      </p:sp>
      <p:sp>
        <p:nvSpPr>
          <p:cNvPr id="4" name="タイトル 3">
            <a:extLst>
              <a:ext uri="{FF2B5EF4-FFF2-40B4-BE49-F238E27FC236}">
                <a16:creationId xmlns:a16="http://schemas.microsoft.com/office/drawing/2014/main" id="{E56447FC-71F3-4B43-AD97-78148212AFBE}"/>
              </a:ext>
            </a:extLst>
          </p:cNvPr>
          <p:cNvSpPr>
            <a:spLocks noGrp="1"/>
          </p:cNvSpPr>
          <p:nvPr>
            <p:ph type="title"/>
          </p:nvPr>
        </p:nvSpPr>
        <p:spPr/>
        <p:txBody>
          <a:bodyPr/>
          <a:lstStyle/>
          <a:p>
            <a:r>
              <a:rPr kumimoji="1" lang="en-US" altLang="ja-JP" b="1" dirty="0"/>
              <a:t>Answer</a:t>
            </a:r>
            <a:endParaRPr kumimoji="1" lang="ja-JP" altLang="en-US" b="1" dirty="0"/>
          </a:p>
        </p:txBody>
      </p:sp>
      <p:pic>
        <p:nvPicPr>
          <p:cNvPr id="75" name="Picture 74">
            <a:extLst>
              <a:ext uri="{FF2B5EF4-FFF2-40B4-BE49-F238E27FC236}">
                <a16:creationId xmlns:a16="http://schemas.microsoft.com/office/drawing/2014/main" id="{03DFC30B-4CB1-E245-9356-25F72EED0FA2}"/>
              </a:ext>
            </a:extLst>
          </p:cNvPr>
          <p:cNvPicPr>
            <a:picLocks noChangeAspect="1"/>
          </p:cNvPicPr>
          <p:nvPr/>
        </p:nvPicPr>
        <p:blipFill>
          <a:blip r:embed="rId2"/>
          <a:stretch>
            <a:fillRect/>
          </a:stretch>
        </p:blipFill>
        <p:spPr>
          <a:xfrm>
            <a:off x="574675" y="3690144"/>
            <a:ext cx="9793535" cy="3378553"/>
          </a:xfrm>
          <a:prstGeom prst="rect">
            <a:avLst/>
          </a:prstGeom>
        </p:spPr>
      </p:pic>
    </p:spTree>
    <p:extLst>
      <p:ext uri="{BB962C8B-B14F-4D97-AF65-F5344CB8AC3E}">
        <p14:creationId xmlns:p14="http://schemas.microsoft.com/office/powerpoint/2010/main" val="3266941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9E35-C6FD-4F6B-0B66-52737C6582D0}"/>
              </a:ext>
            </a:extLst>
          </p:cNvPr>
          <p:cNvSpPr>
            <a:spLocks noGrp="1"/>
          </p:cNvSpPr>
          <p:nvPr>
            <p:ph type="title"/>
          </p:nvPr>
        </p:nvSpPr>
        <p:spPr>
          <a:xfrm>
            <a:off x="1655241" y="2684507"/>
            <a:ext cx="8784977" cy="1075721"/>
          </a:xfrm>
        </p:spPr>
        <p:txBody>
          <a:bodyPr/>
          <a:lstStyle/>
          <a:p>
            <a:r>
              <a:rPr lang="en-AU" sz="2000" dirty="0"/>
              <a:t>Question 3:</a:t>
            </a:r>
            <a:br>
              <a:rPr lang="en-AU" sz="2000" dirty="0"/>
            </a:br>
            <a:r>
              <a:rPr lang="en-AU" sz="2000" dirty="0"/>
              <a:t>What is an AI Model and provide examples?</a:t>
            </a:r>
          </a:p>
        </p:txBody>
      </p:sp>
      <p:sp>
        <p:nvSpPr>
          <p:cNvPr id="3" name="Text Placeholder 2">
            <a:extLst>
              <a:ext uri="{FF2B5EF4-FFF2-40B4-BE49-F238E27FC236}">
                <a16:creationId xmlns:a16="http://schemas.microsoft.com/office/drawing/2014/main" id="{57E00EC5-0A1B-628A-5461-95191E588612}"/>
              </a:ext>
            </a:extLst>
          </p:cNvPr>
          <p:cNvSpPr>
            <a:spLocks noGrp="1"/>
          </p:cNvSpPr>
          <p:nvPr>
            <p:ph type="body" idx="1"/>
          </p:nvPr>
        </p:nvSpPr>
        <p:spPr/>
        <p:txBody>
          <a:bodyPr/>
          <a:lstStyle/>
          <a:p>
            <a:r>
              <a:rPr lang="en-AU" sz="1600" dirty="0"/>
              <a:t>Type your answer in Meeting Chat</a:t>
            </a:r>
          </a:p>
        </p:txBody>
      </p:sp>
    </p:spTree>
    <p:extLst>
      <p:ext uri="{BB962C8B-B14F-4D97-AF65-F5344CB8AC3E}">
        <p14:creationId xmlns:p14="http://schemas.microsoft.com/office/powerpoint/2010/main" val="173008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6DF61DA-D601-4BFE-8C03-8F7CB86F0D7E}"/>
              </a:ext>
            </a:extLst>
          </p:cNvPr>
          <p:cNvSpPr>
            <a:spLocks noGrp="1"/>
          </p:cNvSpPr>
          <p:nvPr>
            <p:ph type="sldNum" sz="quarter" idx="10"/>
          </p:nvPr>
        </p:nvSpPr>
        <p:spPr/>
        <p:txBody>
          <a:bodyPr/>
          <a:lstStyle/>
          <a:p>
            <a:fld id="{9FB9FBB1-FD5B-41A6-B84B-A229A6B4BB39}" type="slidenum">
              <a:rPr lang="en-US" altLang="ja-JP" smtClean="0"/>
              <a:pPr/>
              <a:t>14</a:t>
            </a:fld>
            <a:endParaRPr lang="en-US" dirty="0"/>
          </a:p>
        </p:txBody>
      </p:sp>
      <p:sp>
        <p:nvSpPr>
          <p:cNvPr id="3" name="テキスト プレースホルダー 2">
            <a:extLst>
              <a:ext uri="{FF2B5EF4-FFF2-40B4-BE49-F238E27FC236}">
                <a16:creationId xmlns:a16="http://schemas.microsoft.com/office/drawing/2014/main" id="{1899FC96-830C-4DC1-A27D-52B423728380}"/>
              </a:ext>
            </a:extLst>
          </p:cNvPr>
          <p:cNvSpPr>
            <a:spLocks noGrp="1"/>
          </p:cNvSpPr>
          <p:nvPr>
            <p:ph type="body" sz="quarter" idx="11"/>
          </p:nvPr>
        </p:nvSpPr>
        <p:spPr>
          <a:xfrm>
            <a:off x="575123" y="1025848"/>
            <a:ext cx="9505055" cy="5760640"/>
          </a:xfrm>
        </p:spPr>
        <p:txBody>
          <a:bodyPr/>
          <a:lstStyle/>
          <a:p>
            <a:pPr>
              <a:lnSpc>
                <a:spcPct val="115000"/>
              </a:lnSpc>
              <a:spcAft>
                <a:spcPts val="800"/>
              </a:spcAft>
            </a:pPr>
            <a:r>
              <a:rPr lang="en-SG" b="1" kern="100" dirty="0">
                <a:effectLst/>
                <a:ea typeface="DengXian" panose="02010600030101010101" pitchFamily="2" charset="-122"/>
                <a:cs typeface="Cordia New" panose="020B0304020202020204" pitchFamily="34" charset="-34"/>
              </a:rPr>
              <a:t>An AI model is a computer program that has been trained to recognize patterns and make predictions or decisions based on data. Think of it as a mathematical representation of how to perform a specific task.</a:t>
            </a:r>
            <a:endParaRPr lang="en-AU" b="1" kern="100" dirty="0">
              <a:effectLst/>
              <a:ea typeface="DengXian" panose="02010600030101010101" pitchFamily="2" charset="-122"/>
              <a:cs typeface="Cordia New" panose="020B0304020202020204" pitchFamily="34" charset="-34"/>
            </a:endParaRPr>
          </a:p>
          <a:p>
            <a:pPr>
              <a:lnSpc>
                <a:spcPct val="115000"/>
              </a:lnSpc>
              <a:spcAft>
                <a:spcPts val="800"/>
              </a:spcAft>
            </a:pPr>
            <a:r>
              <a:rPr lang="en-SG" kern="100" dirty="0">
                <a:effectLst/>
                <a:ea typeface="DengXian" panose="02010600030101010101" pitchFamily="2" charset="-122"/>
                <a:cs typeface="Cordia New" panose="020B0304020202020204" pitchFamily="34" charset="-34"/>
              </a:rPr>
              <a:t>Here's a simple way to understand it:</a:t>
            </a:r>
            <a:endParaRPr lang="en-AU" kern="100" dirty="0">
              <a:effectLst/>
              <a:ea typeface="DengXian" panose="02010600030101010101" pitchFamily="2" charset="-122"/>
              <a:cs typeface="Cordia New" panose="020B0304020202020204" pitchFamily="34" charset="-34"/>
            </a:endParaRPr>
          </a:p>
          <a:p>
            <a:pPr>
              <a:lnSpc>
                <a:spcPct val="115000"/>
              </a:lnSpc>
              <a:spcAft>
                <a:spcPts val="800"/>
              </a:spcAft>
            </a:pPr>
            <a:r>
              <a:rPr lang="en-SG" b="1" kern="100" dirty="0">
                <a:effectLst/>
                <a:ea typeface="DengXian" panose="02010600030101010101" pitchFamily="2" charset="-122"/>
                <a:cs typeface="Cordia New" panose="020B0304020202020204" pitchFamily="34" charset="-34"/>
              </a:rPr>
              <a:t>The basics: </a:t>
            </a:r>
            <a:endParaRPr lang="en-AU" b="1" kern="100" dirty="0">
              <a:effectLst/>
              <a:ea typeface="DengXian" panose="02010600030101010101" pitchFamily="2" charset="-122"/>
              <a:cs typeface="Cordia New" panose="020B0304020202020204" pitchFamily="34" charset="-34"/>
            </a:endParaRPr>
          </a:p>
          <a:p>
            <a:pPr marL="285750" indent="-285750">
              <a:lnSpc>
                <a:spcPct val="115000"/>
              </a:lnSpc>
              <a:spcAft>
                <a:spcPts val="800"/>
              </a:spcAft>
              <a:buFont typeface="Arial" panose="020B0604020202020204" pitchFamily="34" charset="0"/>
              <a:buChar char="•"/>
            </a:pPr>
            <a:r>
              <a:rPr lang="en-SG" kern="100" dirty="0">
                <a:effectLst/>
                <a:ea typeface="DengXian" panose="02010600030101010101" pitchFamily="2" charset="-122"/>
                <a:cs typeface="Cordia New" panose="020B0304020202020204" pitchFamily="34" charset="-34"/>
              </a:rPr>
              <a:t>An AI model learns from examples (training data) rather than being explicitly programmed with rules</a:t>
            </a:r>
          </a:p>
          <a:p>
            <a:pPr marL="285750" indent="-285750">
              <a:lnSpc>
                <a:spcPct val="115000"/>
              </a:lnSpc>
              <a:spcAft>
                <a:spcPts val="800"/>
              </a:spcAft>
              <a:buFont typeface="Arial" panose="020B0604020202020204" pitchFamily="34" charset="0"/>
              <a:buChar char="•"/>
            </a:pPr>
            <a:r>
              <a:rPr lang="en-SG" kern="100" dirty="0">
                <a:effectLst/>
                <a:ea typeface="DengXian" panose="02010600030101010101" pitchFamily="2" charset="-122"/>
                <a:cs typeface="Cordia New" panose="020B0304020202020204" pitchFamily="34" charset="-34"/>
              </a:rPr>
              <a:t>It contains parameters (numbers) that get adjusted during training to improve its performance</a:t>
            </a:r>
            <a:endParaRPr lang="en-SG" kern="100" dirty="0">
              <a:ea typeface="DengXian" panose="02010600030101010101" pitchFamily="2" charset="-122"/>
              <a:cs typeface="Cordia New" panose="020B0304020202020204" pitchFamily="34" charset="-34"/>
            </a:endParaRPr>
          </a:p>
          <a:p>
            <a:pPr marL="285750" indent="-285750">
              <a:lnSpc>
                <a:spcPct val="115000"/>
              </a:lnSpc>
              <a:spcAft>
                <a:spcPts val="800"/>
              </a:spcAft>
              <a:buFont typeface="Arial" panose="020B0604020202020204" pitchFamily="34" charset="0"/>
              <a:buChar char="•"/>
            </a:pPr>
            <a:r>
              <a:rPr lang="en-SG" kern="100" dirty="0">
                <a:effectLst/>
                <a:ea typeface="DengXian" panose="02010600030101010101" pitchFamily="2" charset="-122"/>
                <a:cs typeface="Cordia New" panose="020B0304020202020204" pitchFamily="34" charset="-34"/>
              </a:rPr>
              <a:t>Once trained, it can make predictions or generate outputs for new, unseen inputs</a:t>
            </a:r>
            <a:endParaRPr lang="en-AU" kern="100" dirty="0">
              <a:effectLst/>
              <a:ea typeface="DengXian" panose="02010600030101010101" pitchFamily="2" charset="-122"/>
              <a:cs typeface="Cordia New" panose="020B0304020202020204" pitchFamily="34" charset="-34"/>
            </a:endParaRPr>
          </a:p>
          <a:p>
            <a:pPr>
              <a:lnSpc>
                <a:spcPct val="115000"/>
              </a:lnSpc>
              <a:spcAft>
                <a:spcPts val="800"/>
              </a:spcAft>
            </a:pPr>
            <a:r>
              <a:rPr lang="en-SG" kern="100" dirty="0">
                <a:effectLst/>
                <a:ea typeface="DengXian" panose="02010600030101010101" pitchFamily="2" charset="-122"/>
                <a:cs typeface="Cordia New" panose="020B0304020202020204" pitchFamily="34" charset="-34"/>
              </a:rPr>
              <a:t> </a:t>
            </a:r>
            <a:endParaRPr lang="en-AU" kern="100" dirty="0">
              <a:effectLst/>
              <a:ea typeface="DengXian" panose="02010600030101010101" pitchFamily="2" charset="-122"/>
              <a:cs typeface="Cordia New" panose="020B0304020202020204" pitchFamily="34" charset="-34"/>
            </a:endParaRPr>
          </a:p>
          <a:p>
            <a:pPr>
              <a:lnSpc>
                <a:spcPct val="115000"/>
              </a:lnSpc>
              <a:spcAft>
                <a:spcPts val="800"/>
              </a:spcAft>
            </a:pPr>
            <a:r>
              <a:rPr lang="en-SG" b="1" kern="100" dirty="0">
                <a:effectLst/>
                <a:ea typeface="DengXian" panose="02010600030101010101" pitchFamily="2" charset="-122"/>
                <a:cs typeface="Cordia New" panose="020B0304020202020204" pitchFamily="34" charset="-34"/>
              </a:rPr>
              <a:t>Common examples: </a:t>
            </a:r>
            <a:endParaRPr lang="en-AU" b="1" kern="100" dirty="0">
              <a:effectLst/>
              <a:ea typeface="DengXian" panose="02010600030101010101" pitchFamily="2" charset="-122"/>
              <a:cs typeface="Cordia New" panose="020B0304020202020204" pitchFamily="34" charset="-34"/>
            </a:endParaRPr>
          </a:p>
          <a:p>
            <a:pPr marL="285750" indent="-285750">
              <a:lnSpc>
                <a:spcPct val="115000"/>
              </a:lnSpc>
              <a:spcAft>
                <a:spcPts val="800"/>
              </a:spcAft>
              <a:buFont typeface="Arial" panose="020B0604020202020204" pitchFamily="34" charset="0"/>
              <a:buChar char="•"/>
            </a:pPr>
            <a:r>
              <a:rPr lang="en-SG" kern="100" dirty="0">
                <a:effectLst/>
                <a:ea typeface="DengXian" panose="02010600030101010101" pitchFamily="2" charset="-122"/>
                <a:cs typeface="Cordia New" panose="020B0304020202020204" pitchFamily="34" charset="-34"/>
              </a:rPr>
              <a:t>Neural Networks used for image recognition models that can identify objects in photos</a:t>
            </a:r>
            <a:endParaRPr lang="en-AU" kern="100" dirty="0">
              <a:effectLst/>
              <a:ea typeface="DengXian" panose="02010600030101010101" pitchFamily="2" charset="-122"/>
              <a:cs typeface="Cordia New" panose="020B0304020202020204" pitchFamily="34" charset="-34"/>
            </a:endParaRPr>
          </a:p>
          <a:p>
            <a:pPr marL="285750" indent="-285750">
              <a:lnSpc>
                <a:spcPct val="115000"/>
              </a:lnSpc>
              <a:spcAft>
                <a:spcPts val="800"/>
              </a:spcAft>
              <a:buFont typeface="Arial" panose="020B0604020202020204" pitchFamily="34" charset="0"/>
              <a:buChar char="•"/>
            </a:pPr>
            <a:r>
              <a:rPr lang="en-SG" b="1" kern="100" dirty="0">
                <a:effectLst/>
                <a:ea typeface="DengXian" panose="02010600030101010101" pitchFamily="2" charset="-122"/>
                <a:cs typeface="Cordia New" panose="020B0304020202020204" pitchFamily="34" charset="-34"/>
              </a:rPr>
              <a:t>Language models (like me!) that can understand and generate text</a:t>
            </a:r>
            <a:endParaRPr lang="en-AU" b="1" kern="100" dirty="0">
              <a:effectLst/>
              <a:ea typeface="DengXian" panose="02010600030101010101" pitchFamily="2" charset="-122"/>
              <a:cs typeface="Cordia New" panose="020B0304020202020204" pitchFamily="34" charset="-34"/>
            </a:endParaRPr>
          </a:p>
          <a:p>
            <a:pPr marL="285750" indent="-285750">
              <a:lnSpc>
                <a:spcPct val="115000"/>
              </a:lnSpc>
              <a:spcAft>
                <a:spcPts val="800"/>
              </a:spcAft>
              <a:buFont typeface="Arial" panose="020B0604020202020204" pitchFamily="34" charset="0"/>
              <a:buChar char="•"/>
            </a:pPr>
            <a:r>
              <a:rPr lang="en-SG" kern="100" dirty="0">
                <a:effectLst/>
                <a:ea typeface="DengXian" panose="02010600030101010101" pitchFamily="2" charset="-122"/>
                <a:cs typeface="Cordia New" panose="020B0304020202020204" pitchFamily="34" charset="-34"/>
              </a:rPr>
              <a:t>Recommendation models that suggest movies or products you might like</a:t>
            </a:r>
            <a:endParaRPr lang="en-AU" kern="100" dirty="0">
              <a:effectLst/>
              <a:ea typeface="DengXian" panose="02010600030101010101" pitchFamily="2" charset="-122"/>
              <a:cs typeface="Cordia New" panose="020B0304020202020204" pitchFamily="34" charset="-34"/>
            </a:endParaRPr>
          </a:p>
          <a:p>
            <a:pPr marL="285750" indent="-285750">
              <a:lnSpc>
                <a:spcPct val="115000"/>
              </a:lnSpc>
              <a:spcAft>
                <a:spcPts val="800"/>
              </a:spcAft>
              <a:buFont typeface="Arial" panose="020B0604020202020204" pitchFamily="34" charset="0"/>
              <a:buChar char="•"/>
            </a:pPr>
            <a:r>
              <a:rPr lang="en-SG" kern="100" dirty="0">
                <a:effectLst/>
                <a:ea typeface="DengXian" panose="02010600030101010101" pitchFamily="2" charset="-122"/>
                <a:cs typeface="Cordia New" panose="020B0304020202020204" pitchFamily="34" charset="-34"/>
              </a:rPr>
              <a:t>Voice recognition models that convert speech to text</a:t>
            </a:r>
            <a:endParaRPr lang="en-AU" kern="100" dirty="0">
              <a:effectLst/>
              <a:ea typeface="DengXian" panose="02010600030101010101" pitchFamily="2" charset="-122"/>
              <a:cs typeface="Cordia New" panose="020B0304020202020204" pitchFamily="34" charset="-34"/>
            </a:endParaRPr>
          </a:p>
          <a:p>
            <a:endParaRPr lang="en-AU" b="1" dirty="0"/>
          </a:p>
          <a:p>
            <a:endParaRPr lang="en-AU" b="1" i="0" dirty="0">
              <a:effectLst/>
            </a:endParaRPr>
          </a:p>
          <a:p>
            <a:endParaRPr lang="en-AU" b="1" i="0" dirty="0">
              <a:effectLst/>
            </a:endParaRPr>
          </a:p>
          <a:p>
            <a:endParaRPr lang="en-AU" b="1" i="0" dirty="0">
              <a:effectLst/>
            </a:endParaRPr>
          </a:p>
          <a:p>
            <a:endParaRPr kumimoji="1" lang="en-AU" altLang="ja-JP" b="1" dirty="0"/>
          </a:p>
          <a:p>
            <a:endParaRPr kumimoji="1" lang="ja-JP" altLang="en-US" dirty="0"/>
          </a:p>
        </p:txBody>
      </p:sp>
      <p:sp>
        <p:nvSpPr>
          <p:cNvPr id="4" name="タイトル 3">
            <a:extLst>
              <a:ext uri="{FF2B5EF4-FFF2-40B4-BE49-F238E27FC236}">
                <a16:creationId xmlns:a16="http://schemas.microsoft.com/office/drawing/2014/main" id="{E56447FC-71F3-4B43-AD97-78148212AFBE}"/>
              </a:ext>
            </a:extLst>
          </p:cNvPr>
          <p:cNvSpPr>
            <a:spLocks noGrp="1"/>
          </p:cNvSpPr>
          <p:nvPr>
            <p:ph type="title"/>
          </p:nvPr>
        </p:nvSpPr>
        <p:spPr/>
        <p:txBody>
          <a:bodyPr/>
          <a:lstStyle/>
          <a:p>
            <a:r>
              <a:rPr kumimoji="1" lang="en-US" altLang="ja-JP" b="1" dirty="0"/>
              <a:t>AI Model</a:t>
            </a:r>
            <a:endParaRPr kumimoji="1" lang="ja-JP" altLang="en-US" b="1" dirty="0"/>
          </a:p>
        </p:txBody>
      </p:sp>
    </p:spTree>
    <p:extLst>
      <p:ext uri="{BB962C8B-B14F-4D97-AF65-F5344CB8AC3E}">
        <p14:creationId xmlns:p14="http://schemas.microsoft.com/office/powerpoint/2010/main" val="1267891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6DF61DA-D601-4BFE-8C03-8F7CB86F0D7E}"/>
              </a:ext>
            </a:extLst>
          </p:cNvPr>
          <p:cNvSpPr>
            <a:spLocks noGrp="1"/>
          </p:cNvSpPr>
          <p:nvPr>
            <p:ph type="sldNum" sz="quarter" idx="10"/>
          </p:nvPr>
        </p:nvSpPr>
        <p:spPr/>
        <p:txBody>
          <a:bodyPr/>
          <a:lstStyle/>
          <a:p>
            <a:fld id="{9FB9FBB1-FD5B-41A6-B84B-A229A6B4BB39}" type="slidenum">
              <a:rPr lang="en-US" altLang="ja-JP" smtClean="0"/>
              <a:pPr/>
              <a:t>15</a:t>
            </a:fld>
            <a:endParaRPr lang="en-US" dirty="0"/>
          </a:p>
        </p:txBody>
      </p:sp>
      <p:sp>
        <p:nvSpPr>
          <p:cNvPr id="3" name="テキスト プレースホルダー 2">
            <a:extLst>
              <a:ext uri="{FF2B5EF4-FFF2-40B4-BE49-F238E27FC236}">
                <a16:creationId xmlns:a16="http://schemas.microsoft.com/office/drawing/2014/main" id="{1899FC96-830C-4DC1-A27D-52B423728380}"/>
              </a:ext>
            </a:extLst>
          </p:cNvPr>
          <p:cNvSpPr>
            <a:spLocks noGrp="1"/>
          </p:cNvSpPr>
          <p:nvPr>
            <p:ph type="body" sz="quarter" idx="11"/>
          </p:nvPr>
        </p:nvSpPr>
        <p:spPr>
          <a:xfrm>
            <a:off x="575123" y="1025848"/>
            <a:ext cx="9505055" cy="5760640"/>
          </a:xfrm>
        </p:spPr>
        <p:txBody>
          <a:bodyPr/>
          <a:lstStyle/>
          <a:p>
            <a:pPr>
              <a:lnSpc>
                <a:spcPct val="116000"/>
              </a:lnSpc>
              <a:spcBef>
                <a:spcPts val="1200"/>
              </a:spcBef>
              <a:spcAft>
                <a:spcPts val="1200"/>
              </a:spcAft>
            </a:pPr>
            <a:r>
              <a:rPr lang="en-US" b="1" dirty="0">
                <a:effectLst/>
                <a:latin typeface="+mj-lt"/>
                <a:ea typeface="SimSun" panose="02010600030101010101" pitchFamily="2" charset="-122"/>
                <a:cs typeface="Cordia New" panose="020B0304020202020204" pitchFamily="34" charset="-34"/>
              </a:rPr>
              <a:t>It's a type of AI model specifically designed to understand and generate human language (text).</a:t>
            </a:r>
          </a:p>
          <a:p>
            <a:pPr>
              <a:lnSpc>
                <a:spcPct val="116000"/>
              </a:lnSpc>
              <a:spcBef>
                <a:spcPts val="1200"/>
              </a:spcBef>
              <a:spcAft>
                <a:spcPts val="1200"/>
              </a:spcAft>
            </a:pPr>
            <a:r>
              <a:rPr lang="en-US" dirty="0">
                <a:effectLst/>
                <a:latin typeface="+mj-lt"/>
                <a:ea typeface="SimSun" panose="02010600030101010101" pitchFamily="2" charset="-122"/>
                <a:cs typeface="Cordia New" panose="020B0304020202020204" pitchFamily="34" charset="-34"/>
              </a:rPr>
              <a:t>Think of it as: </a:t>
            </a:r>
            <a:r>
              <a:rPr lang="en-US" b="1" dirty="0">
                <a:effectLst/>
                <a:latin typeface="+mj-lt"/>
                <a:ea typeface="SimSun" panose="02010600030101010101" pitchFamily="2" charset="-122"/>
                <a:cs typeface="Cordia New" panose="020B0304020202020204" pitchFamily="34" charset="-34"/>
              </a:rPr>
              <a:t>An AI that learned to read, write, and understand language by studying millions of books, articles, websites, and conversations.</a:t>
            </a:r>
          </a:p>
          <a:p>
            <a:pPr>
              <a:lnSpc>
                <a:spcPct val="116000"/>
              </a:lnSpc>
              <a:spcBef>
                <a:spcPts val="1200"/>
              </a:spcBef>
              <a:spcAft>
                <a:spcPts val="1200"/>
              </a:spcAft>
            </a:pPr>
            <a:endParaRPr lang="en-US" b="1" dirty="0">
              <a:latin typeface="+mj-lt"/>
              <a:ea typeface="SimSun" panose="02010600030101010101" pitchFamily="2" charset="-122"/>
              <a:cs typeface="Cordia New" panose="020B0304020202020204" pitchFamily="34" charset="-34"/>
            </a:endParaRPr>
          </a:p>
          <a:p>
            <a:pPr>
              <a:lnSpc>
                <a:spcPct val="116000"/>
              </a:lnSpc>
              <a:spcBef>
                <a:spcPts val="1200"/>
              </a:spcBef>
              <a:spcAft>
                <a:spcPts val="1200"/>
              </a:spcAft>
            </a:pPr>
            <a:endParaRPr lang="en-US" b="1" dirty="0">
              <a:effectLst/>
              <a:latin typeface="+mj-lt"/>
              <a:ea typeface="SimSun" panose="02010600030101010101" pitchFamily="2" charset="-122"/>
              <a:cs typeface="Cordia New" panose="020B0304020202020204" pitchFamily="34" charset="-34"/>
            </a:endParaRPr>
          </a:p>
          <a:p>
            <a:pPr>
              <a:lnSpc>
                <a:spcPct val="116000"/>
              </a:lnSpc>
              <a:spcBef>
                <a:spcPts val="1200"/>
              </a:spcBef>
              <a:spcAft>
                <a:spcPts val="1200"/>
              </a:spcAft>
            </a:pPr>
            <a:endParaRPr lang="en-US" b="1" dirty="0">
              <a:latin typeface="+mj-lt"/>
              <a:ea typeface="SimSun" panose="02010600030101010101" pitchFamily="2" charset="-122"/>
              <a:cs typeface="Cordia New" panose="020B0304020202020204" pitchFamily="34" charset="-34"/>
            </a:endParaRPr>
          </a:p>
          <a:p>
            <a:pPr>
              <a:lnSpc>
                <a:spcPct val="116000"/>
              </a:lnSpc>
              <a:spcBef>
                <a:spcPts val="1200"/>
              </a:spcBef>
              <a:spcAft>
                <a:spcPts val="1200"/>
              </a:spcAft>
            </a:pPr>
            <a:endParaRPr lang="en-AU" dirty="0">
              <a:effectLst/>
              <a:latin typeface="+mj-lt"/>
              <a:ea typeface="SimSun" panose="02010600030101010101" pitchFamily="2" charset="-122"/>
              <a:cs typeface="Cordia New" panose="020B0304020202020204" pitchFamily="34" charset="-34"/>
            </a:endParaRPr>
          </a:p>
          <a:p>
            <a:pPr algn="l">
              <a:buFont typeface="Arial" panose="020B0604020202020204" pitchFamily="34" charset="0"/>
              <a:buChar char="•"/>
            </a:pPr>
            <a:endParaRPr lang="en-AU" dirty="0">
              <a:latin typeface="Roboto" panose="02000000000000000000" pitchFamily="2" charset="0"/>
            </a:endParaRPr>
          </a:p>
          <a:p>
            <a:pPr algn="l">
              <a:buFont typeface="Arial" panose="020B0604020202020204" pitchFamily="34" charset="0"/>
              <a:buChar char="•"/>
            </a:pPr>
            <a:endParaRPr lang="en-AU" b="0" i="0" dirty="0">
              <a:effectLst/>
              <a:latin typeface="Roboto" panose="02000000000000000000" pitchFamily="2" charset="0"/>
            </a:endParaRPr>
          </a:p>
          <a:p>
            <a:pPr algn="l">
              <a:buFont typeface="Arial" panose="020B0604020202020204" pitchFamily="34" charset="0"/>
              <a:buChar char="•"/>
            </a:pPr>
            <a:endParaRPr lang="en-AU" dirty="0">
              <a:latin typeface="Roboto" panose="02000000000000000000" pitchFamily="2" charset="0"/>
            </a:endParaRPr>
          </a:p>
          <a:p>
            <a:pPr algn="l"/>
            <a:endParaRPr lang="en-AU" b="0" i="0" dirty="0">
              <a:effectLst/>
              <a:latin typeface="Roboto" panose="02000000000000000000" pitchFamily="2" charset="0"/>
            </a:endParaRPr>
          </a:p>
          <a:p>
            <a:endParaRPr lang="en-AU" kern="100" dirty="0">
              <a:effectLst/>
              <a:latin typeface="Aptos" panose="020B0004020202020204" pitchFamily="34" charset="0"/>
              <a:ea typeface="DengXian" panose="02010600030101010101" pitchFamily="2" charset="-122"/>
              <a:cs typeface="Cordia New" panose="020B0304020202020204" pitchFamily="34" charset="-34"/>
            </a:endParaRPr>
          </a:p>
          <a:p>
            <a:endParaRPr lang="en-AU" kern="100" dirty="0">
              <a:effectLst/>
              <a:latin typeface="Aptos" panose="020B0004020202020204" pitchFamily="34" charset="0"/>
              <a:ea typeface="DengXian" panose="02010600030101010101" pitchFamily="2" charset="-122"/>
              <a:cs typeface="Cordia New" panose="020B0304020202020204" pitchFamily="34" charset="-34"/>
            </a:endParaRPr>
          </a:p>
          <a:p>
            <a:endParaRPr lang="en-AU" kern="100" dirty="0">
              <a:latin typeface="Aptos" panose="020B0004020202020204" pitchFamily="34" charset="0"/>
              <a:ea typeface="DengXian" panose="02010600030101010101" pitchFamily="2" charset="-122"/>
              <a:cs typeface="Cordia New" panose="020B0304020202020204" pitchFamily="34" charset="-34"/>
            </a:endParaRPr>
          </a:p>
          <a:p>
            <a:endParaRPr lang="en-AU" kern="100" dirty="0">
              <a:effectLst/>
              <a:latin typeface="Aptos" panose="020B0004020202020204" pitchFamily="34" charset="0"/>
              <a:ea typeface="DengXian" panose="02010600030101010101" pitchFamily="2" charset="-122"/>
              <a:cs typeface="Cordia New" panose="020B0304020202020204" pitchFamily="34" charset="-34"/>
            </a:endParaRPr>
          </a:p>
          <a:p>
            <a:endParaRPr lang="en-AU" kern="100" dirty="0">
              <a:latin typeface="Aptos" panose="020B0004020202020204" pitchFamily="34" charset="0"/>
              <a:ea typeface="DengXian" panose="02010600030101010101" pitchFamily="2" charset="-122"/>
              <a:cs typeface="Cordia New" panose="020B0304020202020204" pitchFamily="34" charset="-34"/>
            </a:endParaRPr>
          </a:p>
          <a:p>
            <a:endParaRPr lang="en-AU" kern="100" dirty="0">
              <a:effectLst/>
              <a:latin typeface="Aptos" panose="020B0004020202020204" pitchFamily="34" charset="0"/>
              <a:ea typeface="DengXian" panose="02010600030101010101" pitchFamily="2" charset="-122"/>
              <a:cs typeface="Cordia New" panose="020B0304020202020204" pitchFamily="34" charset="-34"/>
            </a:endParaRPr>
          </a:p>
          <a:p>
            <a:endParaRPr lang="en-AU" b="1" dirty="0"/>
          </a:p>
          <a:p>
            <a:endParaRPr lang="en-AU" b="1" i="0" dirty="0">
              <a:effectLst/>
            </a:endParaRPr>
          </a:p>
          <a:p>
            <a:endParaRPr lang="en-AU" b="1" i="0" dirty="0">
              <a:effectLst/>
            </a:endParaRPr>
          </a:p>
          <a:p>
            <a:endParaRPr lang="en-AU" b="1" i="0" dirty="0">
              <a:effectLst/>
            </a:endParaRPr>
          </a:p>
          <a:p>
            <a:endParaRPr kumimoji="1" lang="en-AU" altLang="ja-JP" b="1" dirty="0"/>
          </a:p>
          <a:p>
            <a:endParaRPr kumimoji="1" lang="ja-JP" altLang="en-US" dirty="0"/>
          </a:p>
        </p:txBody>
      </p:sp>
      <p:sp>
        <p:nvSpPr>
          <p:cNvPr id="4" name="タイトル 3">
            <a:extLst>
              <a:ext uri="{FF2B5EF4-FFF2-40B4-BE49-F238E27FC236}">
                <a16:creationId xmlns:a16="http://schemas.microsoft.com/office/drawing/2014/main" id="{E56447FC-71F3-4B43-AD97-78148212AFBE}"/>
              </a:ext>
            </a:extLst>
          </p:cNvPr>
          <p:cNvSpPr>
            <a:spLocks noGrp="1"/>
          </p:cNvSpPr>
          <p:nvPr>
            <p:ph type="title"/>
          </p:nvPr>
        </p:nvSpPr>
        <p:spPr/>
        <p:txBody>
          <a:bodyPr/>
          <a:lstStyle/>
          <a:p>
            <a:r>
              <a:rPr kumimoji="1" lang="en-US" altLang="ja-JP" b="1" dirty="0"/>
              <a:t>Large Language Model(LLM)</a:t>
            </a:r>
            <a:endParaRPr kumimoji="1" lang="ja-JP" altLang="en-US" b="1" dirty="0"/>
          </a:p>
        </p:txBody>
      </p:sp>
      <p:graphicFrame>
        <p:nvGraphicFramePr>
          <p:cNvPr id="9" name="Table 8">
            <a:extLst>
              <a:ext uri="{FF2B5EF4-FFF2-40B4-BE49-F238E27FC236}">
                <a16:creationId xmlns:a16="http://schemas.microsoft.com/office/drawing/2014/main" id="{AC669DB9-A241-9611-E160-E58126BAD3B7}"/>
              </a:ext>
            </a:extLst>
          </p:cNvPr>
          <p:cNvGraphicFramePr>
            <a:graphicFrameLocks noGrp="1"/>
          </p:cNvGraphicFramePr>
          <p:nvPr>
            <p:extLst>
              <p:ext uri="{D42A27DB-BD31-4B8C-83A1-F6EECF244321}">
                <p14:modId xmlns:p14="http://schemas.microsoft.com/office/powerpoint/2010/main" val="679289050"/>
              </p:ext>
            </p:extLst>
          </p:nvPr>
        </p:nvGraphicFramePr>
        <p:xfrm>
          <a:off x="574674" y="2177976"/>
          <a:ext cx="9865544" cy="4815840"/>
        </p:xfrm>
        <a:graphic>
          <a:graphicData uri="http://schemas.openxmlformats.org/drawingml/2006/table">
            <a:tbl>
              <a:tblPr firstRow="1" bandRow="1">
                <a:tableStyleId>{5C22544A-7EE6-4342-B048-85BDC9FD1C3A}</a:tableStyleId>
              </a:tblPr>
              <a:tblGrid>
                <a:gridCol w="3812152">
                  <a:extLst>
                    <a:ext uri="{9D8B030D-6E8A-4147-A177-3AD203B41FA5}">
                      <a16:colId xmlns:a16="http://schemas.microsoft.com/office/drawing/2014/main" val="3513191300"/>
                    </a:ext>
                  </a:extLst>
                </a:gridCol>
                <a:gridCol w="6053392">
                  <a:extLst>
                    <a:ext uri="{9D8B030D-6E8A-4147-A177-3AD203B41FA5}">
                      <a16:colId xmlns:a16="http://schemas.microsoft.com/office/drawing/2014/main" val="2240785279"/>
                    </a:ext>
                  </a:extLst>
                </a:gridCol>
              </a:tblGrid>
              <a:tr h="370840">
                <a:tc>
                  <a:txBody>
                    <a:bodyPr/>
                    <a:lstStyle/>
                    <a:p>
                      <a:pPr marL="0" marR="0" lvl="0" indent="0" algn="ctr" defTabSz="984077" rtl="0" eaLnBrk="1" fontAlgn="auto" latinLnBrk="0" hangingPunct="1">
                        <a:lnSpc>
                          <a:spcPct val="100000"/>
                        </a:lnSpc>
                        <a:spcBef>
                          <a:spcPts val="0"/>
                        </a:spcBef>
                        <a:spcAft>
                          <a:spcPts val="0"/>
                        </a:spcAft>
                        <a:buClrTx/>
                        <a:buSzTx/>
                        <a:buFontTx/>
                        <a:buNone/>
                        <a:tabLst/>
                        <a:defRPr/>
                      </a:pPr>
                      <a:r>
                        <a:rPr kumimoji="1" lang="en-US" sz="1600" b="1" kern="1200" dirty="0">
                          <a:solidFill>
                            <a:schemeClr val="lt1"/>
                          </a:solidFill>
                          <a:effectLst/>
                          <a:latin typeface="+mn-lt"/>
                          <a:ea typeface="+mn-ea"/>
                          <a:cs typeface="+mn-cs"/>
                        </a:rPr>
                        <a:t>Traditional Computer Program</a:t>
                      </a:r>
                      <a:endParaRPr kumimoji="1" lang="en-AU" sz="1600" b="1" kern="1200" dirty="0">
                        <a:solidFill>
                          <a:schemeClr val="lt1"/>
                        </a:solidFill>
                        <a:effectLst/>
                        <a:latin typeface="+mn-lt"/>
                        <a:ea typeface="+mn-ea"/>
                        <a:cs typeface="+mn-cs"/>
                      </a:endParaRPr>
                    </a:p>
                    <a:p>
                      <a:pPr algn="ctr"/>
                      <a:endParaRPr lang="en-AU" sz="1600" dirty="0"/>
                    </a:p>
                  </a:txBody>
                  <a:tcPr/>
                </a:tc>
                <a:tc>
                  <a:txBody>
                    <a:bodyPr/>
                    <a:lstStyle/>
                    <a:p>
                      <a:pPr algn="ctr"/>
                      <a:r>
                        <a:rPr kumimoji="1" lang="en-US" sz="1600" b="1" kern="1200" dirty="0">
                          <a:solidFill>
                            <a:schemeClr val="lt1"/>
                          </a:solidFill>
                          <a:effectLst/>
                          <a:latin typeface="+mn-lt"/>
                          <a:ea typeface="+mn-ea"/>
                          <a:cs typeface="+mn-cs"/>
                        </a:rPr>
                        <a:t>LLM</a:t>
                      </a:r>
                      <a:endParaRPr lang="en-AU" sz="1600" dirty="0"/>
                    </a:p>
                  </a:txBody>
                  <a:tcPr/>
                </a:tc>
                <a:extLst>
                  <a:ext uri="{0D108BD9-81ED-4DB2-BD59-A6C34878D82A}">
                    <a16:rowId xmlns:a16="http://schemas.microsoft.com/office/drawing/2014/main" val="1288562720"/>
                  </a:ext>
                </a:extLst>
              </a:tr>
              <a:tr h="370840">
                <a:tc>
                  <a:txBody>
                    <a:bodyPr/>
                    <a:lstStyle/>
                    <a:p>
                      <a:r>
                        <a:rPr kumimoji="1" lang="en-US" sz="1600" kern="1200" dirty="0">
                          <a:solidFill>
                            <a:schemeClr val="dk1"/>
                          </a:solidFill>
                          <a:effectLst/>
                          <a:latin typeface="+mn-lt"/>
                          <a:ea typeface="+mn-ea"/>
                          <a:cs typeface="+mn-cs"/>
                        </a:rPr>
                        <a:t>IF user asks "What's the weather?" </a:t>
                      </a:r>
                      <a:br>
                        <a:rPr kumimoji="1" lang="en-US" sz="1600" kern="1200" dirty="0">
                          <a:solidFill>
                            <a:schemeClr val="dk1"/>
                          </a:solidFill>
                          <a:effectLst/>
                          <a:latin typeface="+mn-lt"/>
                          <a:ea typeface="+mn-ea"/>
                          <a:cs typeface="+mn-cs"/>
                        </a:rPr>
                      </a:br>
                      <a:r>
                        <a:rPr kumimoji="1" lang="en-US" sz="1600" kern="1200" dirty="0">
                          <a:solidFill>
                            <a:schemeClr val="dk1"/>
                          </a:solidFill>
                          <a:effectLst/>
                          <a:latin typeface="+mn-lt"/>
                          <a:ea typeface="+mn-ea"/>
                          <a:cs typeface="+mn-cs"/>
                        </a:rPr>
                        <a:t>THEN respond with weather data</a:t>
                      </a:r>
                    </a:p>
                    <a:p>
                      <a:endParaRPr kumimoji="1" lang="en-US" sz="1600" kern="1200" dirty="0">
                        <a:solidFill>
                          <a:schemeClr val="dk1"/>
                        </a:solidFill>
                        <a:effectLst/>
                        <a:latin typeface="+mn-lt"/>
                        <a:ea typeface="+mn-ea"/>
                        <a:cs typeface="+mn-cs"/>
                      </a:endParaRPr>
                    </a:p>
                    <a:p>
                      <a:pPr marL="0" marR="0" lvl="0" indent="0" algn="l" defTabSz="984077" rtl="0" eaLnBrk="1" fontAlgn="auto" latinLnBrk="0" hangingPunct="1">
                        <a:lnSpc>
                          <a:spcPct val="100000"/>
                        </a:lnSpc>
                        <a:spcBef>
                          <a:spcPts val="0"/>
                        </a:spcBef>
                        <a:spcAft>
                          <a:spcPts val="0"/>
                        </a:spcAft>
                        <a:buClrTx/>
                        <a:buSzTx/>
                        <a:buFontTx/>
                        <a:buNone/>
                        <a:tabLst/>
                        <a:defRPr/>
                      </a:pPr>
                      <a:r>
                        <a:rPr kumimoji="1" lang="en-US" sz="1600" kern="1200" dirty="0">
                          <a:solidFill>
                            <a:schemeClr val="dk1"/>
                          </a:solidFill>
                          <a:effectLst/>
                          <a:latin typeface="+mn-lt"/>
                          <a:ea typeface="+mn-ea"/>
                          <a:cs typeface="+mn-cs"/>
                        </a:rPr>
                        <a:t>(Developer needs to program every possible response)</a:t>
                      </a:r>
                      <a:endParaRPr kumimoji="1" lang="en-AU" sz="1600" kern="1200" dirty="0">
                        <a:solidFill>
                          <a:schemeClr val="dk1"/>
                        </a:solidFill>
                        <a:effectLst/>
                        <a:latin typeface="+mn-lt"/>
                        <a:ea typeface="+mn-ea"/>
                        <a:cs typeface="+mn-cs"/>
                      </a:endParaRPr>
                    </a:p>
                    <a:p>
                      <a:endParaRPr lang="en-AU" sz="1600" dirty="0"/>
                    </a:p>
                  </a:txBody>
                  <a:tcPr/>
                </a:tc>
                <a:tc>
                  <a:txBody>
                    <a:bodyPr/>
                    <a:lstStyle/>
                    <a:p>
                      <a:r>
                        <a:rPr kumimoji="1" lang="en-US" sz="1600" kern="1200" dirty="0">
                          <a:solidFill>
                            <a:schemeClr val="dk1"/>
                          </a:solidFill>
                          <a:effectLst/>
                          <a:latin typeface="+mn-lt"/>
                          <a:ea typeface="+mn-ea"/>
                          <a:cs typeface="+mn-cs"/>
                        </a:rPr>
                        <a:t>Read billions of examples of human conversations</a:t>
                      </a:r>
                      <a:br>
                        <a:rPr kumimoji="1" lang="en-US" sz="1600" kern="1200" dirty="0">
                          <a:solidFill>
                            <a:schemeClr val="dk1"/>
                          </a:solidFill>
                          <a:effectLst/>
                          <a:latin typeface="+mn-lt"/>
                          <a:ea typeface="+mn-ea"/>
                          <a:cs typeface="+mn-cs"/>
                        </a:rPr>
                      </a:br>
                      <a:r>
                        <a:rPr kumimoji="1" lang="en-US" sz="1600" kern="1200" dirty="0">
                          <a:solidFill>
                            <a:schemeClr val="dk1"/>
                          </a:solidFill>
                          <a:effectLst/>
                          <a:latin typeface="+mn-lt"/>
                          <a:ea typeface="+mn-ea"/>
                          <a:cs typeface="+mn-cs"/>
                        </a:rPr>
                        <a:t>Learn patterns of how people communicate</a:t>
                      </a:r>
                      <a:br>
                        <a:rPr kumimoji="1" lang="en-US" sz="1600" kern="1200" dirty="0">
                          <a:solidFill>
                            <a:schemeClr val="dk1"/>
                          </a:solidFill>
                          <a:effectLst/>
                          <a:latin typeface="+mn-lt"/>
                          <a:ea typeface="+mn-ea"/>
                          <a:cs typeface="+mn-cs"/>
                        </a:rPr>
                      </a:br>
                      <a:r>
                        <a:rPr kumimoji="1" lang="en-US" sz="1600" kern="1200" dirty="0">
                          <a:solidFill>
                            <a:schemeClr val="dk1"/>
                          </a:solidFill>
                          <a:effectLst/>
                          <a:latin typeface="+mn-lt"/>
                          <a:ea typeface="+mn-ea"/>
                          <a:cs typeface="+mn-cs"/>
                        </a:rPr>
                        <a:t>Generate responses based on those patterns</a:t>
                      </a:r>
                    </a:p>
                    <a:p>
                      <a:r>
                        <a:rPr kumimoji="1" lang="en-US" sz="1600" kern="1200" dirty="0">
                          <a:solidFill>
                            <a:schemeClr val="dk1"/>
                          </a:solidFill>
                          <a:effectLst/>
                          <a:latin typeface="+mn-lt"/>
                          <a:ea typeface="+mn-ea"/>
                          <a:cs typeface="+mn-cs"/>
                        </a:rPr>
                        <a:t> </a:t>
                      </a:r>
                      <a:endParaRPr kumimoji="1" lang="en-AU" sz="1600" kern="1200" dirty="0">
                        <a:solidFill>
                          <a:schemeClr val="dk1"/>
                        </a:solidFill>
                        <a:effectLst/>
                        <a:latin typeface="+mn-lt"/>
                        <a:ea typeface="+mn-ea"/>
                        <a:cs typeface="+mn-cs"/>
                      </a:endParaRPr>
                    </a:p>
                    <a:p>
                      <a:r>
                        <a:rPr kumimoji="1" lang="en-US" sz="1600" kern="1200" dirty="0">
                          <a:solidFill>
                            <a:schemeClr val="dk1"/>
                          </a:solidFill>
                          <a:effectLst/>
                          <a:latin typeface="+mn-lt"/>
                          <a:ea typeface="+mn-ea"/>
                          <a:cs typeface="+mn-cs"/>
                        </a:rPr>
                        <a:t>(It learned from examples, not explicit programming)</a:t>
                      </a:r>
                      <a:endParaRPr lang="en-AU" sz="1600" dirty="0"/>
                    </a:p>
                    <a:p>
                      <a:r>
                        <a:rPr kumimoji="1" lang="en-US" sz="1600" b="1" kern="1200" dirty="0">
                          <a:solidFill>
                            <a:schemeClr val="dk1"/>
                          </a:solidFill>
                          <a:effectLst/>
                          <a:latin typeface="+mn-lt"/>
                          <a:ea typeface="+mn-ea"/>
                          <a:cs typeface="+mn-cs"/>
                        </a:rPr>
                        <a:t>"Large"</a:t>
                      </a:r>
                      <a:endParaRPr kumimoji="1" lang="en-AU" sz="1600" b="1" kern="1200" dirty="0">
                        <a:solidFill>
                          <a:schemeClr val="dk1"/>
                        </a:solidFill>
                        <a:effectLst/>
                        <a:latin typeface="+mn-lt"/>
                        <a:ea typeface="+mn-ea"/>
                        <a:cs typeface="+mn-cs"/>
                      </a:endParaRPr>
                    </a:p>
                    <a:p>
                      <a:pPr lvl="0"/>
                      <a:r>
                        <a:rPr kumimoji="1" lang="en-US" sz="1600" kern="1200" dirty="0">
                          <a:solidFill>
                            <a:schemeClr val="dk1"/>
                          </a:solidFill>
                          <a:effectLst/>
                          <a:latin typeface="+mn-lt"/>
                          <a:ea typeface="+mn-ea"/>
                          <a:cs typeface="+mn-cs"/>
                        </a:rPr>
                        <a:t>Trained on massive amounts of text data</a:t>
                      </a:r>
                      <a:endParaRPr kumimoji="1" lang="en-AU" sz="1600" kern="1200" dirty="0">
                        <a:solidFill>
                          <a:schemeClr val="dk1"/>
                        </a:solidFill>
                        <a:effectLst/>
                        <a:latin typeface="+mn-lt"/>
                        <a:ea typeface="+mn-ea"/>
                        <a:cs typeface="+mn-cs"/>
                      </a:endParaRPr>
                    </a:p>
                    <a:p>
                      <a:pPr lvl="0"/>
                      <a:r>
                        <a:rPr kumimoji="1" lang="en-US" sz="1600" kern="1200" dirty="0">
                          <a:solidFill>
                            <a:schemeClr val="dk1"/>
                          </a:solidFill>
                          <a:effectLst/>
                          <a:latin typeface="+mn-lt"/>
                          <a:ea typeface="+mn-ea"/>
                          <a:cs typeface="+mn-cs"/>
                        </a:rPr>
                        <a:t>Has billions (or trillions) of parameters</a:t>
                      </a:r>
                      <a:endParaRPr kumimoji="1" lang="en-AU" sz="1600" kern="1200" dirty="0">
                        <a:solidFill>
                          <a:schemeClr val="dk1"/>
                        </a:solidFill>
                        <a:effectLst/>
                        <a:latin typeface="+mn-lt"/>
                        <a:ea typeface="+mn-ea"/>
                        <a:cs typeface="+mn-cs"/>
                      </a:endParaRPr>
                    </a:p>
                    <a:p>
                      <a:pPr lvl="0"/>
                      <a:r>
                        <a:rPr kumimoji="1" lang="en-US" sz="1600" kern="1200" dirty="0">
                          <a:solidFill>
                            <a:schemeClr val="dk1"/>
                          </a:solidFill>
                          <a:effectLst/>
                          <a:latin typeface="+mn-lt"/>
                          <a:ea typeface="+mn-ea"/>
                          <a:cs typeface="+mn-cs"/>
                        </a:rPr>
                        <a:t>Like having read the entire internet multiple times</a:t>
                      </a:r>
                      <a:endParaRPr kumimoji="1" lang="en-AU" sz="1600" kern="1200" dirty="0">
                        <a:solidFill>
                          <a:schemeClr val="dk1"/>
                        </a:solidFill>
                        <a:effectLst/>
                        <a:latin typeface="+mn-lt"/>
                        <a:ea typeface="+mn-ea"/>
                        <a:cs typeface="+mn-cs"/>
                      </a:endParaRPr>
                    </a:p>
                    <a:p>
                      <a:r>
                        <a:rPr kumimoji="1" lang="en-US" sz="1600" b="1" kern="1200" dirty="0">
                          <a:solidFill>
                            <a:schemeClr val="dk1"/>
                          </a:solidFill>
                          <a:effectLst/>
                          <a:latin typeface="+mn-lt"/>
                          <a:ea typeface="+mn-ea"/>
                          <a:cs typeface="+mn-cs"/>
                        </a:rPr>
                        <a:t>"Language"</a:t>
                      </a:r>
                      <a:endParaRPr kumimoji="1" lang="en-AU" sz="1600" b="1" kern="1200" dirty="0">
                        <a:solidFill>
                          <a:schemeClr val="dk1"/>
                        </a:solidFill>
                        <a:effectLst/>
                        <a:latin typeface="+mn-lt"/>
                        <a:ea typeface="+mn-ea"/>
                        <a:cs typeface="+mn-cs"/>
                      </a:endParaRPr>
                    </a:p>
                    <a:p>
                      <a:pPr lvl="0"/>
                      <a:r>
                        <a:rPr kumimoji="1" lang="en-US" sz="1600" kern="1200" dirty="0">
                          <a:solidFill>
                            <a:schemeClr val="dk1"/>
                          </a:solidFill>
                          <a:effectLst/>
                          <a:latin typeface="+mn-lt"/>
                          <a:ea typeface="+mn-ea"/>
                          <a:cs typeface="+mn-cs"/>
                        </a:rPr>
                        <a:t>Understands text/words</a:t>
                      </a:r>
                      <a:endParaRPr kumimoji="1" lang="en-AU" sz="1600" kern="1200" dirty="0">
                        <a:solidFill>
                          <a:schemeClr val="dk1"/>
                        </a:solidFill>
                        <a:effectLst/>
                        <a:latin typeface="+mn-lt"/>
                        <a:ea typeface="+mn-ea"/>
                        <a:cs typeface="+mn-cs"/>
                      </a:endParaRPr>
                    </a:p>
                    <a:p>
                      <a:pPr lvl="0"/>
                      <a:r>
                        <a:rPr kumimoji="1" lang="en-US" sz="1600" kern="1200" dirty="0">
                          <a:solidFill>
                            <a:schemeClr val="dk1"/>
                          </a:solidFill>
                          <a:effectLst/>
                          <a:latin typeface="+mn-lt"/>
                          <a:ea typeface="+mn-ea"/>
                          <a:cs typeface="+mn-cs"/>
                        </a:rPr>
                        <a:t>Can work in multiple languages</a:t>
                      </a:r>
                      <a:endParaRPr kumimoji="1" lang="en-AU" sz="1600" kern="1200" dirty="0">
                        <a:solidFill>
                          <a:schemeClr val="dk1"/>
                        </a:solidFill>
                        <a:effectLst/>
                        <a:latin typeface="+mn-lt"/>
                        <a:ea typeface="+mn-ea"/>
                        <a:cs typeface="+mn-cs"/>
                      </a:endParaRPr>
                    </a:p>
                    <a:p>
                      <a:pPr lvl="0"/>
                      <a:r>
                        <a:rPr kumimoji="1" lang="en-US" sz="1600" kern="1200" dirty="0">
                          <a:solidFill>
                            <a:schemeClr val="dk1"/>
                          </a:solidFill>
                          <a:effectLst/>
                          <a:latin typeface="+mn-lt"/>
                          <a:ea typeface="+mn-ea"/>
                          <a:cs typeface="+mn-cs"/>
                        </a:rPr>
                        <a:t>Grasps context, nuance, grammar</a:t>
                      </a:r>
                      <a:endParaRPr kumimoji="1" lang="en-AU" sz="1600" kern="1200" dirty="0">
                        <a:solidFill>
                          <a:schemeClr val="dk1"/>
                        </a:solidFill>
                        <a:effectLst/>
                        <a:latin typeface="+mn-lt"/>
                        <a:ea typeface="+mn-ea"/>
                        <a:cs typeface="+mn-cs"/>
                      </a:endParaRPr>
                    </a:p>
                    <a:p>
                      <a:r>
                        <a:rPr kumimoji="1" lang="en-US" sz="1600" b="1" kern="1200" dirty="0">
                          <a:solidFill>
                            <a:schemeClr val="dk1"/>
                          </a:solidFill>
                          <a:effectLst/>
                          <a:latin typeface="+mn-lt"/>
                          <a:ea typeface="+mn-ea"/>
                          <a:cs typeface="+mn-cs"/>
                        </a:rPr>
                        <a:t>"Model"</a:t>
                      </a:r>
                      <a:endParaRPr kumimoji="1" lang="en-AU" sz="1600" b="1" kern="1200" dirty="0">
                        <a:solidFill>
                          <a:schemeClr val="dk1"/>
                        </a:solidFill>
                        <a:effectLst/>
                        <a:latin typeface="+mn-lt"/>
                        <a:ea typeface="+mn-ea"/>
                        <a:cs typeface="+mn-cs"/>
                      </a:endParaRPr>
                    </a:p>
                    <a:p>
                      <a:pPr lvl="0"/>
                      <a:r>
                        <a:rPr kumimoji="1" lang="en-US" sz="1600" kern="1200" dirty="0">
                          <a:solidFill>
                            <a:schemeClr val="dk1"/>
                          </a:solidFill>
                          <a:effectLst/>
                          <a:latin typeface="+mn-lt"/>
                          <a:ea typeface="+mn-ea"/>
                          <a:cs typeface="+mn-cs"/>
                        </a:rPr>
                        <a:t>A pattern-recognition system</a:t>
                      </a:r>
                      <a:endParaRPr kumimoji="1" lang="en-AU" sz="1600" kern="1200" dirty="0">
                        <a:solidFill>
                          <a:schemeClr val="dk1"/>
                        </a:solidFill>
                        <a:effectLst/>
                        <a:latin typeface="+mn-lt"/>
                        <a:ea typeface="+mn-ea"/>
                        <a:cs typeface="+mn-cs"/>
                      </a:endParaRPr>
                    </a:p>
                    <a:p>
                      <a:pPr lvl="0"/>
                      <a:r>
                        <a:rPr kumimoji="1" lang="en-US" sz="1600" kern="1200" dirty="0">
                          <a:solidFill>
                            <a:schemeClr val="dk1"/>
                          </a:solidFill>
                          <a:effectLst/>
                          <a:latin typeface="+mn-lt"/>
                          <a:ea typeface="+mn-ea"/>
                          <a:cs typeface="+mn-cs"/>
                        </a:rPr>
                        <a:t>Predicts what words/text should come next</a:t>
                      </a:r>
                      <a:endParaRPr kumimoji="1" lang="en-AU" sz="1600" kern="1200" dirty="0">
                        <a:solidFill>
                          <a:schemeClr val="dk1"/>
                        </a:solidFill>
                        <a:effectLst/>
                        <a:latin typeface="+mn-lt"/>
                        <a:ea typeface="+mn-ea"/>
                        <a:cs typeface="+mn-cs"/>
                      </a:endParaRPr>
                    </a:p>
                    <a:p>
                      <a:pPr lvl="0"/>
                      <a:r>
                        <a:rPr kumimoji="1" lang="en-US" sz="1600" kern="1200" dirty="0">
                          <a:solidFill>
                            <a:schemeClr val="dk1"/>
                          </a:solidFill>
                          <a:effectLst/>
                          <a:latin typeface="+mn-lt"/>
                          <a:ea typeface="+mn-ea"/>
                          <a:cs typeface="+mn-cs"/>
                        </a:rPr>
                        <a:t>Based on everything it learned during training</a:t>
                      </a:r>
                      <a:endParaRPr lang="en-AU" sz="1600" dirty="0"/>
                    </a:p>
                  </a:txBody>
                  <a:tcPr/>
                </a:tc>
                <a:extLst>
                  <a:ext uri="{0D108BD9-81ED-4DB2-BD59-A6C34878D82A}">
                    <a16:rowId xmlns:a16="http://schemas.microsoft.com/office/drawing/2014/main" val="2472898784"/>
                  </a:ext>
                </a:extLst>
              </a:tr>
            </a:tbl>
          </a:graphicData>
        </a:graphic>
      </p:graphicFrame>
    </p:spTree>
    <p:extLst>
      <p:ext uri="{BB962C8B-B14F-4D97-AF65-F5344CB8AC3E}">
        <p14:creationId xmlns:p14="http://schemas.microsoft.com/office/powerpoint/2010/main" val="3409179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9E35-C6FD-4F6B-0B66-52737C6582D0}"/>
              </a:ext>
            </a:extLst>
          </p:cNvPr>
          <p:cNvSpPr>
            <a:spLocks noGrp="1"/>
          </p:cNvSpPr>
          <p:nvPr>
            <p:ph type="title"/>
          </p:nvPr>
        </p:nvSpPr>
        <p:spPr>
          <a:xfrm>
            <a:off x="1655241" y="2684507"/>
            <a:ext cx="8784977" cy="1075721"/>
          </a:xfrm>
        </p:spPr>
        <p:txBody>
          <a:bodyPr/>
          <a:lstStyle/>
          <a:p>
            <a:r>
              <a:rPr lang="en-AU" sz="2000" dirty="0"/>
              <a:t>Question 4:</a:t>
            </a:r>
            <a:br>
              <a:rPr lang="en-AU" sz="2000" dirty="0"/>
            </a:br>
            <a:r>
              <a:rPr lang="en-AU" sz="2000" dirty="0"/>
              <a:t> What are some popular Large Language Models (LLMs) by name?</a:t>
            </a:r>
          </a:p>
        </p:txBody>
      </p:sp>
      <p:sp>
        <p:nvSpPr>
          <p:cNvPr id="3" name="Text Placeholder 2">
            <a:extLst>
              <a:ext uri="{FF2B5EF4-FFF2-40B4-BE49-F238E27FC236}">
                <a16:creationId xmlns:a16="http://schemas.microsoft.com/office/drawing/2014/main" id="{57E00EC5-0A1B-628A-5461-95191E588612}"/>
              </a:ext>
            </a:extLst>
          </p:cNvPr>
          <p:cNvSpPr>
            <a:spLocks noGrp="1"/>
          </p:cNvSpPr>
          <p:nvPr>
            <p:ph type="body" idx="1"/>
          </p:nvPr>
        </p:nvSpPr>
        <p:spPr/>
        <p:txBody>
          <a:bodyPr/>
          <a:lstStyle/>
          <a:p>
            <a:r>
              <a:rPr lang="en-AU" sz="1600" dirty="0"/>
              <a:t>Type your answer in Meeting Chat</a:t>
            </a:r>
          </a:p>
        </p:txBody>
      </p:sp>
    </p:spTree>
    <p:extLst>
      <p:ext uri="{BB962C8B-B14F-4D97-AF65-F5344CB8AC3E}">
        <p14:creationId xmlns:p14="http://schemas.microsoft.com/office/powerpoint/2010/main" val="3103329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6DF61DA-D601-4BFE-8C03-8F7CB86F0D7E}"/>
              </a:ext>
            </a:extLst>
          </p:cNvPr>
          <p:cNvSpPr>
            <a:spLocks noGrp="1"/>
          </p:cNvSpPr>
          <p:nvPr>
            <p:ph type="sldNum" sz="quarter" idx="10"/>
          </p:nvPr>
        </p:nvSpPr>
        <p:spPr/>
        <p:txBody>
          <a:bodyPr/>
          <a:lstStyle/>
          <a:p>
            <a:fld id="{9FB9FBB1-FD5B-41A6-B84B-A229A6B4BB39}" type="slidenum">
              <a:rPr lang="en-US" altLang="ja-JP" smtClean="0"/>
              <a:pPr/>
              <a:t>17</a:t>
            </a:fld>
            <a:endParaRPr lang="en-US" dirty="0"/>
          </a:p>
        </p:txBody>
      </p:sp>
      <p:sp>
        <p:nvSpPr>
          <p:cNvPr id="3" name="テキスト プレースホルダー 2">
            <a:extLst>
              <a:ext uri="{FF2B5EF4-FFF2-40B4-BE49-F238E27FC236}">
                <a16:creationId xmlns:a16="http://schemas.microsoft.com/office/drawing/2014/main" id="{1899FC96-830C-4DC1-A27D-52B423728380}"/>
              </a:ext>
            </a:extLst>
          </p:cNvPr>
          <p:cNvSpPr>
            <a:spLocks noGrp="1"/>
          </p:cNvSpPr>
          <p:nvPr>
            <p:ph type="body" sz="quarter" idx="11"/>
          </p:nvPr>
        </p:nvSpPr>
        <p:spPr>
          <a:xfrm>
            <a:off x="575123" y="1025848"/>
            <a:ext cx="9865094" cy="5760640"/>
          </a:xfrm>
        </p:spPr>
        <p:txBody>
          <a:bodyPr/>
          <a:lstStyle/>
          <a:p>
            <a:r>
              <a:rPr lang="en-AU" b="0" i="0" dirty="0">
                <a:effectLst/>
              </a:rPr>
              <a:t>The table below provides a comparison between Proprietary and Open-Source Large Language Models across key features and examples.</a:t>
            </a:r>
          </a:p>
          <a:p>
            <a:endParaRPr lang="en-AU" kern="100" dirty="0">
              <a:effectLst/>
              <a:latin typeface="Aptos" panose="020B0004020202020204" pitchFamily="34" charset="0"/>
              <a:ea typeface="DengXian" panose="02010600030101010101" pitchFamily="2" charset="-122"/>
              <a:cs typeface="Cordia New" panose="020B0304020202020204" pitchFamily="34" charset="-34"/>
            </a:endParaRPr>
          </a:p>
          <a:p>
            <a:endParaRPr lang="en-AU" kern="100" dirty="0">
              <a:effectLst/>
              <a:latin typeface="Aptos" panose="020B0004020202020204" pitchFamily="34" charset="0"/>
              <a:ea typeface="DengXian" panose="02010600030101010101" pitchFamily="2" charset="-122"/>
              <a:cs typeface="Cordia New" panose="020B0304020202020204" pitchFamily="34" charset="-34"/>
            </a:endParaRPr>
          </a:p>
          <a:p>
            <a:endParaRPr lang="en-AU" kern="100" dirty="0">
              <a:latin typeface="Aptos" panose="020B0004020202020204" pitchFamily="34" charset="0"/>
              <a:ea typeface="DengXian" panose="02010600030101010101" pitchFamily="2" charset="-122"/>
              <a:cs typeface="Cordia New" panose="020B0304020202020204" pitchFamily="34" charset="-34"/>
            </a:endParaRPr>
          </a:p>
          <a:p>
            <a:endParaRPr lang="en-AU" kern="100" dirty="0">
              <a:effectLst/>
              <a:latin typeface="Aptos" panose="020B0004020202020204" pitchFamily="34" charset="0"/>
              <a:ea typeface="DengXian" panose="02010600030101010101" pitchFamily="2" charset="-122"/>
              <a:cs typeface="Cordia New" panose="020B0304020202020204" pitchFamily="34" charset="-34"/>
            </a:endParaRPr>
          </a:p>
          <a:p>
            <a:endParaRPr lang="en-AU" kern="100" dirty="0">
              <a:latin typeface="Aptos" panose="020B0004020202020204" pitchFamily="34" charset="0"/>
              <a:ea typeface="DengXian" panose="02010600030101010101" pitchFamily="2" charset="-122"/>
              <a:cs typeface="Cordia New" panose="020B0304020202020204" pitchFamily="34" charset="-34"/>
            </a:endParaRPr>
          </a:p>
          <a:p>
            <a:endParaRPr lang="en-AU" kern="100" dirty="0">
              <a:effectLst/>
              <a:latin typeface="Aptos" panose="020B0004020202020204" pitchFamily="34" charset="0"/>
              <a:ea typeface="DengXian" panose="02010600030101010101" pitchFamily="2" charset="-122"/>
              <a:cs typeface="Cordia New" panose="020B0304020202020204" pitchFamily="34" charset="-34"/>
            </a:endParaRPr>
          </a:p>
          <a:p>
            <a:endParaRPr lang="en-AU" b="1" dirty="0"/>
          </a:p>
          <a:p>
            <a:endParaRPr lang="en-AU" b="1" i="0" dirty="0">
              <a:effectLst/>
            </a:endParaRPr>
          </a:p>
          <a:p>
            <a:endParaRPr lang="en-AU" b="1" i="0" dirty="0">
              <a:effectLst/>
            </a:endParaRPr>
          </a:p>
          <a:p>
            <a:endParaRPr lang="en-AU" b="1" i="0" dirty="0">
              <a:effectLst/>
            </a:endParaRPr>
          </a:p>
          <a:p>
            <a:endParaRPr kumimoji="1" lang="en-AU" altLang="ja-JP" b="1" dirty="0"/>
          </a:p>
          <a:p>
            <a:endParaRPr kumimoji="1" lang="ja-JP" altLang="en-US" dirty="0"/>
          </a:p>
        </p:txBody>
      </p:sp>
      <p:sp>
        <p:nvSpPr>
          <p:cNvPr id="4" name="タイトル 3">
            <a:extLst>
              <a:ext uri="{FF2B5EF4-FFF2-40B4-BE49-F238E27FC236}">
                <a16:creationId xmlns:a16="http://schemas.microsoft.com/office/drawing/2014/main" id="{E56447FC-71F3-4B43-AD97-78148212AFBE}"/>
              </a:ext>
            </a:extLst>
          </p:cNvPr>
          <p:cNvSpPr>
            <a:spLocks noGrp="1"/>
          </p:cNvSpPr>
          <p:nvPr>
            <p:ph type="title"/>
          </p:nvPr>
        </p:nvSpPr>
        <p:spPr/>
        <p:txBody>
          <a:bodyPr/>
          <a:lstStyle/>
          <a:p>
            <a:r>
              <a:rPr kumimoji="1" lang="en-US" altLang="ja-JP" b="1" dirty="0"/>
              <a:t>Large Language Model(LLM) - Examples</a:t>
            </a:r>
            <a:endParaRPr kumimoji="1" lang="ja-JP" altLang="en-US" b="1" dirty="0"/>
          </a:p>
        </p:txBody>
      </p:sp>
      <p:graphicFrame>
        <p:nvGraphicFramePr>
          <p:cNvPr id="8" name="Table 7">
            <a:extLst>
              <a:ext uri="{FF2B5EF4-FFF2-40B4-BE49-F238E27FC236}">
                <a16:creationId xmlns:a16="http://schemas.microsoft.com/office/drawing/2014/main" id="{1A57467E-D114-18EA-DDAF-7D8B307F2742}"/>
              </a:ext>
            </a:extLst>
          </p:cNvPr>
          <p:cNvGraphicFramePr>
            <a:graphicFrameLocks noGrp="1"/>
          </p:cNvGraphicFramePr>
          <p:nvPr>
            <p:extLst>
              <p:ext uri="{D42A27DB-BD31-4B8C-83A1-F6EECF244321}">
                <p14:modId xmlns:p14="http://schemas.microsoft.com/office/powerpoint/2010/main" val="3313737529"/>
              </p:ext>
            </p:extLst>
          </p:nvPr>
        </p:nvGraphicFramePr>
        <p:xfrm>
          <a:off x="575123" y="1823921"/>
          <a:ext cx="9721080" cy="4630343"/>
        </p:xfrm>
        <a:graphic>
          <a:graphicData uri="http://schemas.openxmlformats.org/drawingml/2006/table">
            <a:tbl>
              <a:tblPr/>
              <a:tblGrid>
                <a:gridCol w="1419136">
                  <a:extLst>
                    <a:ext uri="{9D8B030D-6E8A-4147-A177-3AD203B41FA5}">
                      <a16:colId xmlns:a16="http://schemas.microsoft.com/office/drawing/2014/main" val="1727999506"/>
                    </a:ext>
                  </a:extLst>
                </a:gridCol>
                <a:gridCol w="4754104">
                  <a:extLst>
                    <a:ext uri="{9D8B030D-6E8A-4147-A177-3AD203B41FA5}">
                      <a16:colId xmlns:a16="http://schemas.microsoft.com/office/drawing/2014/main" val="1996869233"/>
                    </a:ext>
                  </a:extLst>
                </a:gridCol>
                <a:gridCol w="1490094">
                  <a:extLst>
                    <a:ext uri="{9D8B030D-6E8A-4147-A177-3AD203B41FA5}">
                      <a16:colId xmlns:a16="http://schemas.microsoft.com/office/drawing/2014/main" val="3586895"/>
                    </a:ext>
                  </a:extLst>
                </a:gridCol>
                <a:gridCol w="2057746">
                  <a:extLst>
                    <a:ext uri="{9D8B030D-6E8A-4147-A177-3AD203B41FA5}">
                      <a16:colId xmlns:a16="http://schemas.microsoft.com/office/drawing/2014/main" val="1764170748"/>
                    </a:ext>
                  </a:extLst>
                </a:gridCol>
              </a:tblGrid>
              <a:tr h="443416">
                <a:tc>
                  <a:txBody>
                    <a:bodyPr/>
                    <a:lstStyle/>
                    <a:p>
                      <a:pPr algn="ctr"/>
                      <a:r>
                        <a:rPr lang="en-AU" sz="1600" b="1" dirty="0">
                          <a:effectLst/>
                        </a:rPr>
                        <a:t>Model</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2F2F2"/>
                    </a:solidFill>
                  </a:tcPr>
                </a:tc>
                <a:tc>
                  <a:txBody>
                    <a:bodyPr/>
                    <a:lstStyle/>
                    <a:p>
                      <a:pPr algn="ctr"/>
                      <a:r>
                        <a:rPr lang="en-AU" sz="1600" b="1" dirty="0">
                          <a:effectLst/>
                        </a:rPr>
                        <a:t>Description</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2F2F2"/>
                    </a:solidFill>
                  </a:tcPr>
                </a:tc>
                <a:tc>
                  <a:txBody>
                    <a:bodyPr/>
                    <a:lstStyle/>
                    <a:p>
                      <a:pPr algn="ctr"/>
                      <a:r>
                        <a:rPr lang="en-AU" sz="1600" b="1" dirty="0">
                          <a:effectLst/>
                        </a:rPr>
                        <a:t>Access</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2F2F2"/>
                    </a:solidFill>
                  </a:tcPr>
                </a:tc>
                <a:tc>
                  <a:txBody>
                    <a:bodyPr/>
                    <a:lstStyle/>
                    <a:p>
                      <a:pPr algn="ctr"/>
                      <a:r>
                        <a:rPr lang="en-AU" sz="1600" b="1" dirty="0">
                          <a:effectLst/>
                        </a:rPr>
                        <a:t> Cost</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2F2F2"/>
                    </a:solidFill>
                  </a:tcPr>
                </a:tc>
                <a:extLst>
                  <a:ext uri="{0D108BD9-81ED-4DB2-BD59-A6C34878D82A}">
                    <a16:rowId xmlns:a16="http://schemas.microsoft.com/office/drawing/2014/main" val="718053502"/>
                  </a:ext>
                </a:extLst>
              </a:tr>
              <a:tr h="0">
                <a:tc>
                  <a:txBody>
                    <a:bodyPr/>
                    <a:lstStyle/>
                    <a:p>
                      <a:pPr algn="l"/>
                      <a:r>
                        <a:rPr lang="en-AU" sz="1600" b="0" dirty="0">
                          <a:effectLst/>
                        </a:rPr>
                        <a:t>GPT-4 (OpenAI)</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Has general capability, strong reasoning, content creation, and code generation.</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marL="0" marR="0" lvl="0" indent="0" algn="l" defTabSz="984077" rtl="0" eaLnBrk="1" fontAlgn="auto" latinLnBrk="0" hangingPunct="1">
                        <a:lnSpc>
                          <a:spcPct val="100000"/>
                        </a:lnSpc>
                        <a:spcBef>
                          <a:spcPts val="0"/>
                        </a:spcBef>
                        <a:spcAft>
                          <a:spcPts val="0"/>
                        </a:spcAft>
                        <a:buClrTx/>
                        <a:buSzTx/>
                        <a:buFontTx/>
                        <a:buNone/>
                        <a:tabLst/>
                        <a:defRPr/>
                      </a:pPr>
                      <a:r>
                        <a:rPr lang="en-AU" sz="1600" b="0" dirty="0">
                          <a:effectLst/>
                        </a:rPr>
                        <a:t>API-based</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marL="0" marR="0" lvl="0" indent="0" algn="l" defTabSz="984077" rtl="0" eaLnBrk="1" fontAlgn="auto" latinLnBrk="0" hangingPunct="1">
                        <a:lnSpc>
                          <a:spcPct val="100000"/>
                        </a:lnSpc>
                        <a:spcBef>
                          <a:spcPts val="0"/>
                        </a:spcBef>
                        <a:spcAft>
                          <a:spcPts val="0"/>
                        </a:spcAft>
                        <a:buClrTx/>
                        <a:buSzTx/>
                        <a:buFontTx/>
                        <a:buNone/>
                        <a:tabLst/>
                        <a:defRPr/>
                      </a:pPr>
                      <a:r>
                        <a:rPr lang="en-AU" sz="1600" b="0" dirty="0">
                          <a:effectLst/>
                        </a:rPr>
                        <a:t>Usage-based pricing</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3745356353"/>
                  </a:ext>
                </a:extLst>
              </a:tr>
              <a:tr h="403220">
                <a:tc>
                  <a:txBody>
                    <a:bodyPr/>
                    <a:lstStyle/>
                    <a:p>
                      <a:pPr algn="l"/>
                      <a:r>
                        <a:rPr lang="en-AU" sz="1600" b="0" dirty="0">
                          <a:effectLst/>
                        </a:rPr>
                        <a:t>Claude (Anthropic)</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Focuses on helpfulness, safety, long context.</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marL="0" marR="0" lvl="0" indent="0" algn="l" defTabSz="984077" rtl="0" eaLnBrk="1" fontAlgn="auto" latinLnBrk="0" hangingPunct="1">
                        <a:lnSpc>
                          <a:spcPct val="100000"/>
                        </a:lnSpc>
                        <a:spcBef>
                          <a:spcPts val="0"/>
                        </a:spcBef>
                        <a:spcAft>
                          <a:spcPts val="0"/>
                        </a:spcAft>
                        <a:buClrTx/>
                        <a:buSzTx/>
                        <a:buFontTx/>
                        <a:buNone/>
                        <a:tabLst/>
                        <a:defRPr/>
                      </a:pPr>
                      <a:r>
                        <a:rPr lang="en-AU" sz="1600" b="0" dirty="0">
                          <a:effectLst/>
                        </a:rPr>
                        <a:t>API-based</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marL="0" marR="0" lvl="0" indent="0" algn="l" defTabSz="984077" rtl="0" eaLnBrk="1" fontAlgn="auto" latinLnBrk="0" hangingPunct="1">
                        <a:lnSpc>
                          <a:spcPct val="100000"/>
                        </a:lnSpc>
                        <a:spcBef>
                          <a:spcPts val="0"/>
                        </a:spcBef>
                        <a:spcAft>
                          <a:spcPts val="0"/>
                        </a:spcAft>
                        <a:buClrTx/>
                        <a:buSzTx/>
                        <a:buFontTx/>
                        <a:buNone/>
                        <a:tabLst/>
                        <a:defRPr/>
                      </a:pPr>
                      <a:r>
                        <a:rPr lang="en-AU" sz="1600" b="0" dirty="0">
                          <a:effectLst/>
                        </a:rPr>
                        <a:t>Usage-based pricing</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3405532876"/>
                  </a:ext>
                </a:extLst>
              </a:tr>
              <a:tr h="775507">
                <a:tc>
                  <a:txBody>
                    <a:bodyPr/>
                    <a:lstStyle/>
                    <a:p>
                      <a:pPr algn="l"/>
                      <a:r>
                        <a:rPr lang="en-AU" sz="1600" b="0" dirty="0">
                          <a:effectLst/>
                        </a:rPr>
                        <a:t>Gemini (Google DeepMind)</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Multimodal, highly integrated with Google products. Gemini enables powerful cross-domain AI experiences.</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marL="0" marR="0" lvl="0" indent="0" algn="l" defTabSz="984077" rtl="0" eaLnBrk="1" fontAlgn="auto" latinLnBrk="0" hangingPunct="1">
                        <a:lnSpc>
                          <a:spcPct val="100000"/>
                        </a:lnSpc>
                        <a:spcBef>
                          <a:spcPts val="0"/>
                        </a:spcBef>
                        <a:spcAft>
                          <a:spcPts val="0"/>
                        </a:spcAft>
                        <a:buClrTx/>
                        <a:buSzTx/>
                        <a:buFontTx/>
                        <a:buNone/>
                        <a:tabLst/>
                        <a:defRPr/>
                      </a:pPr>
                      <a:r>
                        <a:rPr lang="en-AU" sz="1600" b="0" dirty="0">
                          <a:effectLst/>
                        </a:rPr>
                        <a:t>API-based</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marL="0" marR="0" lvl="0" indent="0" algn="l" defTabSz="984077" rtl="0" eaLnBrk="1" fontAlgn="auto" latinLnBrk="0" hangingPunct="1">
                        <a:lnSpc>
                          <a:spcPct val="100000"/>
                        </a:lnSpc>
                        <a:spcBef>
                          <a:spcPts val="0"/>
                        </a:spcBef>
                        <a:spcAft>
                          <a:spcPts val="0"/>
                        </a:spcAft>
                        <a:buClrTx/>
                        <a:buSzTx/>
                        <a:buFontTx/>
                        <a:buNone/>
                        <a:tabLst/>
                        <a:defRPr/>
                      </a:pPr>
                      <a:r>
                        <a:rPr lang="en-AU" sz="1600" b="0" dirty="0">
                          <a:effectLst/>
                        </a:rPr>
                        <a:t>Usage-based pricing</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2251984483"/>
                  </a:ext>
                </a:extLst>
              </a:tr>
              <a:tr h="507394">
                <a:tc>
                  <a:txBody>
                    <a:bodyPr/>
                    <a:lstStyle/>
                    <a:p>
                      <a:pPr algn="l"/>
                      <a:r>
                        <a:rPr lang="en-AU" sz="1600" b="0" dirty="0">
                          <a:effectLst/>
                        </a:rPr>
                        <a:t>Falcon</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Scalable open models suited for a wide range of NLP tasks such as such as text classification, generation, and summarization.</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Downloadable</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Open source, compute cost applies</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121943522"/>
                  </a:ext>
                </a:extLst>
              </a:tr>
              <a:tr h="570718">
                <a:tc>
                  <a:txBody>
                    <a:bodyPr/>
                    <a:lstStyle/>
                    <a:p>
                      <a:pPr algn="l"/>
                      <a:r>
                        <a:rPr lang="en-AU" sz="1600" b="0" dirty="0">
                          <a:effectLst/>
                        </a:rPr>
                        <a:t>Mistral</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Lightweight, fast models optimized for on-device or cloud use. </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Downloadable</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Open source, compute cost applies</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4170419734"/>
                  </a:ext>
                </a:extLst>
              </a:tr>
              <a:tr h="775507">
                <a:tc>
                  <a:txBody>
                    <a:bodyPr/>
                    <a:lstStyle/>
                    <a:p>
                      <a:pPr algn="l"/>
                      <a:r>
                        <a:rPr lang="en-AU" sz="1600" b="0" dirty="0">
                          <a:effectLst/>
                        </a:rPr>
                        <a:t>LLaMA (Meta)</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7F7F7"/>
                    </a:solidFill>
                  </a:tcPr>
                </a:tc>
                <a:tc>
                  <a:txBody>
                    <a:bodyPr/>
                    <a:lstStyle/>
                    <a:p>
                      <a:pPr algn="l"/>
                      <a:r>
                        <a:rPr lang="en-AU" sz="1600" b="0" dirty="0">
                          <a:effectLst/>
                        </a:rPr>
                        <a:t>Strong performance with smaller model sizes.</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7F7F7"/>
                    </a:solidFill>
                  </a:tcPr>
                </a:tc>
                <a:tc>
                  <a:txBody>
                    <a:bodyPr/>
                    <a:lstStyle/>
                    <a:p>
                      <a:pPr algn="l"/>
                      <a:r>
                        <a:rPr lang="en-AU" sz="1600" b="0" dirty="0">
                          <a:effectLst/>
                        </a:rPr>
                        <a:t>Downloadable</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7F7F7"/>
                    </a:solidFill>
                  </a:tcPr>
                </a:tc>
                <a:tc>
                  <a:txBody>
                    <a:bodyPr/>
                    <a:lstStyle/>
                    <a:p>
                      <a:pPr algn="l"/>
                      <a:r>
                        <a:rPr lang="en-AU" sz="1600" b="0" dirty="0">
                          <a:effectLst/>
                        </a:rPr>
                        <a:t>Open source, compute cost applies</a:t>
                      </a:r>
                    </a:p>
                  </a:txBody>
                  <a:tcPr marL="48534" marR="48534" marT="48534" marB="48534">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7F7F7"/>
                    </a:solidFill>
                  </a:tcPr>
                </a:tc>
                <a:extLst>
                  <a:ext uri="{0D108BD9-81ED-4DB2-BD59-A6C34878D82A}">
                    <a16:rowId xmlns:a16="http://schemas.microsoft.com/office/drawing/2014/main" val="1667483216"/>
                  </a:ext>
                </a:extLst>
              </a:tr>
            </a:tbl>
          </a:graphicData>
        </a:graphic>
      </p:graphicFrame>
    </p:spTree>
    <p:extLst>
      <p:ext uri="{BB962C8B-B14F-4D97-AF65-F5344CB8AC3E}">
        <p14:creationId xmlns:p14="http://schemas.microsoft.com/office/powerpoint/2010/main" val="4116991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6DF61DA-D601-4BFE-8C03-8F7CB86F0D7E}"/>
              </a:ext>
            </a:extLst>
          </p:cNvPr>
          <p:cNvSpPr>
            <a:spLocks noGrp="1"/>
          </p:cNvSpPr>
          <p:nvPr>
            <p:ph type="sldNum" sz="quarter" idx="10"/>
          </p:nvPr>
        </p:nvSpPr>
        <p:spPr/>
        <p:txBody>
          <a:bodyPr/>
          <a:lstStyle/>
          <a:p>
            <a:fld id="{9FB9FBB1-FD5B-41A6-B84B-A229A6B4BB39}" type="slidenum">
              <a:rPr lang="en-US" altLang="ja-JP" smtClean="0"/>
              <a:pPr/>
              <a:t>18</a:t>
            </a:fld>
            <a:endParaRPr lang="en-US" dirty="0"/>
          </a:p>
        </p:txBody>
      </p:sp>
      <p:sp>
        <p:nvSpPr>
          <p:cNvPr id="3" name="テキスト プレースホルダー 2">
            <a:extLst>
              <a:ext uri="{FF2B5EF4-FFF2-40B4-BE49-F238E27FC236}">
                <a16:creationId xmlns:a16="http://schemas.microsoft.com/office/drawing/2014/main" id="{1899FC96-830C-4DC1-A27D-52B423728380}"/>
              </a:ext>
            </a:extLst>
          </p:cNvPr>
          <p:cNvSpPr>
            <a:spLocks noGrp="1"/>
          </p:cNvSpPr>
          <p:nvPr>
            <p:ph type="body" sz="quarter" idx="11"/>
          </p:nvPr>
        </p:nvSpPr>
        <p:spPr>
          <a:xfrm>
            <a:off x="575123" y="1025848"/>
            <a:ext cx="9505055" cy="5760640"/>
          </a:xfrm>
        </p:spPr>
        <p:txBody>
          <a:bodyPr/>
          <a:lstStyle/>
          <a:p>
            <a:pPr>
              <a:lnSpc>
                <a:spcPct val="100000"/>
              </a:lnSpc>
              <a:spcAft>
                <a:spcPts val="0"/>
              </a:spcAft>
            </a:pPr>
            <a:r>
              <a:rPr lang="en-AU" i="0" dirty="0">
                <a:effectLst/>
              </a:rPr>
              <a:t>The following outlines the process to train an LLM.</a:t>
            </a:r>
          </a:p>
          <a:p>
            <a:pPr>
              <a:lnSpc>
                <a:spcPct val="100000"/>
              </a:lnSpc>
              <a:spcAft>
                <a:spcPts val="0"/>
              </a:spcAft>
            </a:pPr>
            <a:endParaRPr lang="en-AU" b="0" i="0" dirty="0">
              <a:effectLst/>
            </a:endParaRPr>
          </a:p>
          <a:p>
            <a:pPr marL="342900" lvl="0" indent="-342900">
              <a:lnSpc>
                <a:spcPct val="100000"/>
              </a:lnSpc>
              <a:spcAft>
                <a:spcPts val="0"/>
              </a:spcAft>
              <a:buFont typeface="+mj-lt"/>
              <a:buAutoNum type="arabicPeriod"/>
            </a:pPr>
            <a:r>
              <a:rPr lang="en-US" dirty="0">
                <a:effectLst/>
                <a:ea typeface="SimSun" panose="02010600030101010101" pitchFamily="2" charset="-122"/>
                <a:cs typeface="Cordia New" panose="020B0304020202020204" pitchFamily="34" charset="-34"/>
              </a:rPr>
              <a:t>Feed it massive amounts of text</a:t>
            </a:r>
            <a:endParaRPr lang="en-AU" dirty="0">
              <a:effectLst/>
              <a:ea typeface="SimSun" panose="02010600030101010101" pitchFamily="2" charset="-122"/>
              <a:cs typeface="Cordia New" panose="020B0304020202020204" pitchFamily="34" charset="-34"/>
            </a:endParaRPr>
          </a:p>
          <a:p>
            <a:pPr marL="742950" lvl="1" indent="-285750">
              <a:lnSpc>
                <a:spcPct val="100000"/>
              </a:lnSpc>
              <a:spcAft>
                <a:spcPts val="0"/>
              </a:spcAft>
              <a:buFont typeface="+mj-lt"/>
              <a:buAutoNum type="alphaLcPeriod"/>
            </a:pPr>
            <a:r>
              <a:rPr lang="en-US" sz="1600" dirty="0">
                <a:effectLst/>
                <a:ea typeface="SimSun" panose="02010600030101010101" pitchFamily="2" charset="-122"/>
                <a:cs typeface="Cordia New" panose="020B0304020202020204" pitchFamily="34" charset="-34"/>
              </a:rPr>
              <a:t>Books, articles, websites, code, conversations</a:t>
            </a:r>
            <a:endParaRPr lang="en-AU" sz="1600" dirty="0">
              <a:effectLst/>
              <a:ea typeface="SimSun" panose="02010600030101010101" pitchFamily="2" charset="-122"/>
              <a:cs typeface="Cordia New" panose="020B0304020202020204" pitchFamily="34" charset="-34"/>
            </a:endParaRPr>
          </a:p>
          <a:p>
            <a:pPr marL="742950" lvl="1" indent="-285750">
              <a:lnSpc>
                <a:spcPct val="100000"/>
              </a:lnSpc>
              <a:spcAft>
                <a:spcPts val="0"/>
              </a:spcAft>
              <a:buFont typeface="+mj-lt"/>
              <a:buAutoNum type="alphaLcPeriod"/>
            </a:pPr>
            <a:r>
              <a:rPr lang="en-US" sz="1600" dirty="0">
                <a:effectLst/>
                <a:ea typeface="SimSun" panose="02010600030101010101" pitchFamily="2" charset="-122"/>
                <a:cs typeface="Cordia New" panose="020B0304020202020204" pitchFamily="34" charset="-34"/>
              </a:rPr>
              <a:t>Billions of examples of human writing</a:t>
            </a:r>
            <a:endParaRPr lang="en-AU" sz="1600" dirty="0">
              <a:effectLst/>
              <a:ea typeface="SimSun" panose="02010600030101010101" pitchFamily="2" charset="-122"/>
              <a:cs typeface="Cordia New" panose="020B0304020202020204" pitchFamily="34" charset="-34"/>
            </a:endParaRPr>
          </a:p>
          <a:p>
            <a:pPr marL="342900" lvl="0" indent="-342900">
              <a:lnSpc>
                <a:spcPct val="100000"/>
              </a:lnSpc>
              <a:spcAft>
                <a:spcPts val="0"/>
              </a:spcAft>
              <a:buFont typeface="+mj-lt"/>
              <a:buAutoNum type="arabicPeriod"/>
            </a:pPr>
            <a:r>
              <a:rPr lang="en-US" dirty="0">
                <a:effectLst/>
                <a:ea typeface="SimSun" panose="02010600030101010101" pitchFamily="2" charset="-122"/>
                <a:cs typeface="Cordia New" panose="020B0304020202020204" pitchFamily="34" charset="-34"/>
              </a:rPr>
              <a:t>It learns patterns</a:t>
            </a:r>
            <a:endParaRPr lang="en-AU" dirty="0">
              <a:effectLst/>
              <a:ea typeface="SimSun" panose="02010600030101010101" pitchFamily="2" charset="-122"/>
              <a:cs typeface="Cordia New" panose="020B0304020202020204" pitchFamily="34" charset="-34"/>
            </a:endParaRPr>
          </a:p>
          <a:p>
            <a:pPr marL="742950" lvl="1" indent="-285750">
              <a:lnSpc>
                <a:spcPct val="100000"/>
              </a:lnSpc>
              <a:spcAft>
                <a:spcPts val="0"/>
              </a:spcAft>
              <a:buFont typeface="+mj-lt"/>
              <a:buAutoNum type="alphaLcPeriod"/>
            </a:pPr>
            <a:r>
              <a:rPr lang="en-US" sz="1600" dirty="0">
                <a:effectLst/>
                <a:ea typeface="SimSun" panose="02010600030101010101" pitchFamily="2" charset="-122"/>
                <a:cs typeface="Cordia New" panose="020B0304020202020204" pitchFamily="34" charset="-34"/>
              </a:rPr>
              <a:t>"After the word 'Hello', people often say names"</a:t>
            </a:r>
            <a:endParaRPr lang="en-AU" sz="1600" dirty="0">
              <a:effectLst/>
              <a:ea typeface="SimSun" panose="02010600030101010101" pitchFamily="2" charset="-122"/>
              <a:cs typeface="Cordia New" panose="020B0304020202020204" pitchFamily="34" charset="-34"/>
            </a:endParaRPr>
          </a:p>
          <a:p>
            <a:pPr marL="742950" lvl="1" indent="-285750">
              <a:lnSpc>
                <a:spcPct val="100000"/>
              </a:lnSpc>
              <a:spcAft>
                <a:spcPts val="0"/>
              </a:spcAft>
              <a:buFont typeface="+mj-lt"/>
              <a:buAutoNum type="alphaLcPeriod"/>
            </a:pPr>
            <a:r>
              <a:rPr lang="en-US" sz="1600" dirty="0">
                <a:effectLst/>
                <a:ea typeface="SimSun" panose="02010600030101010101" pitchFamily="2" charset="-122"/>
                <a:cs typeface="Cordia New" panose="020B0304020202020204" pitchFamily="34" charset="-34"/>
              </a:rPr>
              <a:t>"Questions usually start with Who/What/When/Where/Why/How"</a:t>
            </a:r>
            <a:endParaRPr lang="en-AU" sz="1600" dirty="0">
              <a:effectLst/>
              <a:ea typeface="SimSun" panose="02010600030101010101" pitchFamily="2" charset="-122"/>
              <a:cs typeface="Cordia New" panose="020B0304020202020204" pitchFamily="34" charset="-34"/>
            </a:endParaRPr>
          </a:p>
          <a:p>
            <a:pPr marL="742950" lvl="1" indent="-285750">
              <a:lnSpc>
                <a:spcPct val="100000"/>
              </a:lnSpc>
              <a:spcAft>
                <a:spcPts val="0"/>
              </a:spcAft>
              <a:buFont typeface="+mj-lt"/>
              <a:buAutoNum type="alphaLcPeriod"/>
            </a:pPr>
            <a:r>
              <a:rPr lang="en-US" sz="1600" dirty="0">
                <a:effectLst/>
                <a:ea typeface="SimSun" panose="02010600030101010101" pitchFamily="2" charset="-122"/>
                <a:cs typeface="Cordia New" panose="020B0304020202020204" pitchFamily="34" charset="-34"/>
              </a:rPr>
              <a:t>"Formal emails use 'Dear' and 'Sincerely'"</a:t>
            </a:r>
            <a:endParaRPr lang="en-AU" sz="1600" dirty="0">
              <a:effectLst/>
              <a:ea typeface="SimSun" panose="02010600030101010101" pitchFamily="2" charset="-122"/>
              <a:cs typeface="Cordia New" panose="020B0304020202020204" pitchFamily="34" charset="-34"/>
            </a:endParaRPr>
          </a:p>
          <a:p>
            <a:pPr marL="742950" lvl="1" indent="-285750">
              <a:lnSpc>
                <a:spcPct val="100000"/>
              </a:lnSpc>
              <a:spcAft>
                <a:spcPts val="0"/>
              </a:spcAft>
              <a:buFont typeface="+mj-lt"/>
              <a:buAutoNum type="alphaLcPeriod"/>
            </a:pPr>
            <a:r>
              <a:rPr lang="en-US" sz="1600" dirty="0">
                <a:effectLst/>
                <a:ea typeface="SimSun" panose="02010600030101010101" pitchFamily="2" charset="-122"/>
                <a:cs typeface="Cordia New" panose="020B0304020202020204" pitchFamily="34" charset="-34"/>
              </a:rPr>
              <a:t>"Code functions have specific syntax“</a:t>
            </a:r>
            <a:endParaRPr lang="en-AU" sz="1600" dirty="0">
              <a:effectLst/>
              <a:ea typeface="SimSun" panose="02010600030101010101" pitchFamily="2" charset="-122"/>
              <a:cs typeface="Cordia New" panose="020B0304020202020204" pitchFamily="34" charset="-34"/>
            </a:endParaRPr>
          </a:p>
          <a:p>
            <a:pPr marL="342900" lvl="0" indent="-342900">
              <a:lnSpc>
                <a:spcPct val="100000"/>
              </a:lnSpc>
              <a:spcAft>
                <a:spcPts val="0"/>
              </a:spcAft>
              <a:buFont typeface="+mj-lt"/>
              <a:buAutoNum type="arabicPeriod"/>
            </a:pPr>
            <a:r>
              <a:rPr lang="en-US" dirty="0">
                <a:effectLst/>
                <a:ea typeface="SimSun" panose="02010600030101010101" pitchFamily="2" charset="-122"/>
                <a:cs typeface="Cordia New" panose="020B0304020202020204" pitchFamily="34" charset="-34"/>
              </a:rPr>
              <a:t>It predicts what comes next</a:t>
            </a:r>
            <a:endParaRPr lang="en-AU" dirty="0">
              <a:effectLst/>
              <a:ea typeface="SimSun" panose="02010600030101010101" pitchFamily="2" charset="-122"/>
              <a:cs typeface="Cordia New" panose="020B0304020202020204" pitchFamily="34" charset="-34"/>
            </a:endParaRPr>
          </a:p>
          <a:p>
            <a:pPr marL="742950" lvl="1" indent="-285750">
              <a:lnSpc>
                <a:spcPct val="100000"/>
              </a:lnSpc>
              <a:spcAft>
                <a:spcPts val="0"/>
              </a:spcAft>
              <a:buFont typeface="+mj-lt"/>
              <a:buAutoNum type="alphaLcPeriod"/>
            </a:pPr>
            <a:r>
              <a:rPr lang="en-US" sz="1600" dirty="0">
                <a:effectLst/>
                <a:ea typeface="SimSun" panose="02010600030101010101" pitchFamily="2" charset="-122"/>
                <a:cs typeface="Cordia New" panose="020B0304020202020204" pitchFamily="34" charset="-34"/>
              </a:rPr>
              <a:t>Given: "The capital of France is..."</a:t>
            </a:r>
            <a:endParaRPr lang="en-AU" sz="1600" dirty="0">
              <a:effectLst/>
              <a:ea typeface="SimSun" panose="02010600030101010101" pitchFamily="2" charset="-122"/>
              <a:cs typeface="Cordia New" panose="020B0304020202020204" pitchFamily="34" charset="-34"/>
            </a:endParaRPr>
          </a:p>
          <a:p>
            <a:pPr marL="742950" lvl="1" indent="-285750">
              <a:lnSpc>
                <a:spcPct val="100000"/>
              </a:lnSpc>
              <a:spcAft>
                <a:spcPts val="0"/>
              </a:spcAft>
              <a:buFont typeface="+mj-lt"/>
              <a:buAutoNum type="alphaLcPeriod"/>
            </a:pPr>
            <a:r>
              <a:rPr lang="en-US" sz="1600" dirty="0">
                <a:effectLst/>
                <a:ea typeface="SimSun" panose="02010600030101010101" pitchFamily="2" charset="-122"/>
                <a:cs typeface="Cordia New" panose="020B0304020202020204" pitchFamily="34" charset="-34"/>
              </a:rPr>
              <a:t>Predicts: "Paris" (because it saw this pattern thousands of times)</a:t>
            </a:r>
          </a:p>
          <a:p>
            <a:pPr marL="742950" lvl="1" indent="-285750">
              <a:lnSpc>
                <a:spcPct val="100000"/>
              </a:lnSpc>
              <a:spcAft>
                <a:spcPts val="0"/>
              </a:spcAft>
              <a:buFont typeface="+mj-lt"/>
              <a:buAutoNum type="alphaLcPeriod"/>
            </a:pPr>
            <a:endParaRPr lang="en-AU" sz="1600" dirty="0">
              <a:effectLst/>
              <a:ea typeface="SimSun" panose="02010600030101010101" pitchFamily="2" charset="-122"/>
              <a:cs typeface="Cordia New" panose="020B0304020202020204" pitchFamily="34" charset="-34"/>
            </a:endParaRPr>
          </a:p>
          <a:p>
            <a:pPr>
              <a:lnSpc>
                <a:spcPct val="100000"/>
              </a:lnSpc>
              <a:spcAft>
                <a:spcPts val="0"/>
              </a:spcAft>
            </a:pPr>
            <a:r>
              <a:rPr lang="en-US" dirty="0">
                <a:effectLst/>
                <a:ea typeface="SimSun" panose="02010600030101010101" pitchFamily="2" charset="-122"/>
                <a:cs typeface="Cordia New" panose="020B0304020202020204" pitchFamily="34" charset="-34"/>
              </a:rPr>
              <a:t>Simple Example:</a:t>
            </a:r>
            <a:endParaRPr lang="en-AU" dirty="0">
              <a:effectLst/>
              <a:ea typeface="SimSun" panose="02010600030101010101" pitchFamily="2" charset="-122"/>
              <a:cs typeface="Cordia New" panose="020B0304020202020204" pitchFamily="34" charset="-34"/>
            </a:endParaRPr>
          </a:p>
          <a:p>
            <a:pPr>
              <a:lnSpc>
                <a:spcPct val="100000"/>
              </a:lnSpc>
              <a:spcAft>
                <a:spcPts val="0"/>
              </a:spcAft>
            </a:pPr>
            <a:r>
              <a:rPr lang="en-US" dirty="0">
                <a:effectLst/>
                <a:ea typeface="Consolas" panose="020B0609020204030204" pitchFamily="49" charset="0"/>
                <a:cs typeface="Consolas" panose="020B0609020204030204" pitchFamily="49" charset="0"/>
              </a:rPr>
              <a:t>Training data the LLM saw:</a:t>
            </a:r>
            <a:br>
              <a:rPr lang="en-US" dirty="0">
                <a:effectLst/>
                <a:ea typeface="SimSun" panose="02010600030101010101" pitchFamily="2" charset="-122"/>
                <a:cs typeface="Cordia New" panose="020B0304020202020204" pitchFamily="34" charset="-34"/>
              </a:rPr>
            </a:br>
            <a:r>
              <a:rPr lang="en-US" dirty="0">
                <a:effectLst/>
                <a:ea typeface="Consolas" panose="020B0609020204030204" pitchFamily="49" charset="0"/>
                <a:cs typeface="Consolas" panose="020B0609020204030204" pitchFamily="49" charset="0"/>
              </a:rPr>
              <a:t>- "The sky is blue"</a:t>
            </a:r>
            <a:br>
              <a:rPr lang="en-US" dirty="0">
                <a:effectLst/>
                <a:ea typeface="SimSun" panose="02010600030101010101" pitchFamily="2" charset="-122"/>
                <a:cs typeface="Cordia New" panose="020B0304020202020204" pitchFamily="34" charset="-34"/>
              </a:rPr>
            </a:br>
            <a:r>
              <a:rPr lang="en-US" dirty="0">
                <a:effectLst/>
                <a:ea typeface="Consolas" panose="020B0609020204030204" pitchFamily="49" charset="0"/>
                <a:cs typeface="Consolas" panose="020B0609020204030204" pitchFamily="49" charset="0"/>
              </a:rPr>
              <a:t>- "The ocean is blue"</a:t>
            </a:r>
            <a:br>
              <a:rPr lang="en-US" dirty="0">
                <a:effectLst/>
                <a:ea typeface="SimSun" panose="02010600030101010101" pitchFamily="2" charset="-122"/>
                <a:cs typeface="Cordia New" panose="020B0304020202020204" pitchFamily="34" charset="-34"/>
              </a:rPr>
            </a:br>
            <a:r>
              <a:rPr lang="en-US" dirty="0">
                <a:effectLst/>
                <a:ea typeface="Consolas" panose="020B0609020204030204" pitchFamily="49" charset="0"/>
                <a:cs typeface="Consolas" panose="020B0609020204030204" pitchFamily="49" charset="0"/>
              </a:rPr>
              <a:t>- "Blue is a color"</a:t>
            </a:r>
            <a:br>
              <a:rPr lang="en-US" dirty="0">
                <a:effectLst/>
                <a:ea typeface="SimSun" panose="02010600030101010101" pitchFamily="2" charset="-122"/>
                <a:cs typeface="Cordia New" panose="020B0304020202020204" pitchFamily="34" charset="-34"/>
              </a:rPr>
            </a:br>
            <a:br>
              <a:rPr lang="en-US" dirty="0">
                <a:effectLst/>
                <a:ea typeface="SimSun" panose="02010600030101010101" pitchFamily="2" charset="-122"/>
                <a:cs typeface="Cordia New" panose="020B0304020202020204" pitchFamily="34" charset="-34"/>
              </a:rPr>
            </a:br>
            <a:r>
              <a:rPr lang="en-US" dirty="0">
                <a:effectLst/>
                <a:ea typeface="Consolas" panose="020B0609020204030204" pitchFamily="49" charset="0"/>
                <a:cs typeface="Consolas" panose="020B0609020204030204" pitchFamily="49" charset="0"/>
              </a:rPr>
              <a:t>Now you ask: "What color is the sky?"</a:t>
            </a:r>
            <a:br>
              <a:rPr lang="en-US" dirty="0">
                <a:effectLst/>
                <a:ea typeface="SimSun" panose="02010600030101010101" pitchFamily="2" charset="-122"/>
                <a:cs typeface="Cordia New" panose="020B0304020202020204" pitchFamily="34" charset="-34"/>
              </a:rPr>
            </a:br>
            <a:r>
              <a:rPr lang="en-US" dirty="0">
                <a:effectLst/>
                <a:ea typeface="Consolas" panose="020B0609020204030204" pitchFamily="49" charset="0"/>
                <a:cs typeface="Consolas" panose="020B0609020204030204" pitchFamily="49" charset="0"/>
              </a:rPr>
              <a:t>LLM predicts: "blue" (pattern from training)</a:t>
            </a:r>
            <a:br>
              <a:rPr lang="en-US" dirty="0">
                <a:effectLst/>
                <a:ea typeface="SimSun" panose="02010600030101010101" pitchFamily="2" charset="-122"/>
                <a:cs typeface="Cordia New" panose="020B0304020202020204" pitchFamily="34" charset="-34"/>
              </a:rPr>
            </a:br>
            <a:endParaRPr lang="en-AU" dirty="0">
              <a:effectLst/>
              <a:ea typeface="SimSun" panose="02010600030101010101" pitchFamily="2" charset="-122"/>
              <a:cs typeface="Cordia New" panose="020B0304020202020204" pitchFamily="34" charset="-34"/>
            </a:endParaRPr>
          </a:p>
          <a:p>
            <a:endParaRPr lang="en-AU" b="0" i="0" dirty="0">
              <a:effectLst/>
              <a:latin typeface="Roboto" panose="02000000000000000000" pitchFamily="2" charset="0"/>
            </a:endParaRPr>
          </a:p>
          <a:p>
            <a:endParaRPr lang="en-AU" kern="100" dirty="0">
              <a:effectLst/>
              <a:latin typeface="Aptos" panose="020B0004020202020204" pitchFamily="34" charset="0"/>
              <a:ea typeface="DengXian" panose="02010600030101010101" pitchFamily="2" charset="-122"/>
              <a:cs typeface="Cordia New" panose="020B0304020202020204" pitchFamily="34" charset="-34"/>
            </a:endParaRPr>
          </a:p>
          <a:p>
            <a:endParaRPr lang="en-AU" kern="100" dirty="0">
              <a:latin typeface="Aptos" panose="020B0004020202020204" pitchFamily="34" charset="0"/>
              <a:ea typeface="DengXian" panose="02010600030101010101" pitchFamily="2" charset="-122"/>
              <a:cs typeface="Cordia New" panose="020B0304020202020204" pitchFamily="34" charset="-34"/>
            </a:endParaRPr>
          </a:p>
          <a:p>
            <a:endParaRPr lang="en-AU" kern="100" dirty="0">
              <a:effectLst/>
              <a:latin typeface="Aptos" panose="020B0004020202020204" pitchFamily="34" charset="0"/>
              <a:ea typeface="DengXian" panose="02010600030101010101" pitchFamily="2" charset="-122"/>
              <a:cs typeface="Cordia New" panose="020B0304020202020204" pitchFamily="34" charset="-34"/>
            </a:endParaRPr>
          </a:p>
          <a:p>
            <a:endParaRPr lang="en-AU" kern="100" dirty="0">
              <a:latin typeface="Aptos" panose="020B0004020202020204" pitchFamily="34" charset="0"/>
              <a:ea typeface="DengXian" panose="02010600030101010101" pitchFamily="2" charset="-122"/>
              <a:cs typeface="Cordia New" panose="020B0304020202020204" pitchFamily="34" charset="-34"/>
            </a:endParaRPr>
          </a:p>
          <a:p>
            <a:endParaRPr lang="en-AU" kern="100" dirty="0">
              <a:effectLst/>
              <a:latin typeface="Aptos" panose="020B0004020202020204" pitchFamily="34" charset="0"/>
              <a:ea typeface="DengXian" panose="02010600030101010101" pitchFamily="2" charset="-122"/>
              <a:cs typeface="Cordia New" panose="020B0304020202020204" pitchFamily="34" charset="-34"/>
            </a:endParaRPr>
          </a:p>
          <a:p>
            <a:endParaRPr lang="en-AU" b="1" dirty="0"/>
          </a:p>
          <a:p>
            <a:endParaRPr lang="en-AU" b="1" i="0" dirty="0">
              <a:effectLst/>
            </a:endParaRPr>
          </a:p>
          <a:p>
            <a:endParaRPr lang="en-AU" b="1" i="0" dirty="0">
              <a:effectLst/>
            </a:endParaRPr>
          </a:p>
          <a:p>
            <a:endParaRPr lang="en-AU" b="1" i="0" dirty="0">
              <a:effectLst/>
            </a:endParaRPr>
          </a:p>
          <a:p>
            <a:endParaRPr kumimoji="1" lang="en-AU" altLang="ja-JP" b="1" dirty="0"/>
          </a:p>
          <a:p>
            <a:endParaRPr kumimoji="1" lang="ja-JP" altLang="en-US" dirty="0"/>
          </a:p>
        </p:txBody>
      </p:sp>
      <p:sp>
        <p:nvSpPr>
          <p:cNvPr id="4" name="タイトル 3">
            <a:extLst>
              <a:ext uri="{FF2B5EF4-FFF2-40B4-BE49-F238E27FC236}">
                <a16:creationId xmlns:a16="http://schemas.microsoft.com/office/drawing/2014/main" id="{E56447FC-71F3-4B43-AD97-78148212AFBE}"/>
              </a:ext>
            </a:extLst>
          </p:cNvPr>
          <p:cNvSpPr>
            <a:spLocks noGrp="1"/>
          </p:cNvSpPr>
          <p:nvPr>
            <p:ph type="title"/>
          </p:nvPr>
        </p:nvSpPr>
        <p:spPr/>
        <p:txBody>
          <a:bodyPr/>
          <a:lstStyle/>
          <a:p>
            <a:r>
              <a:rPr kumimoji="1" lang="en-AU" altLang="ja-JP" b="1" dirty="0"/>
              <a:t>How LLMs are Trained? </a:t>
            </a:r>
            <a:endParaRPr kumimoji="1" lang="ja-JP" altLang="en-US" b="1" dirty="0"/>
          </a:p>
        </p:txBody>
      </p:sp>
    </p:spTree>
    <p:extLst>
      <p:ext uri="{BB962C8B-B14F-4D97-AF65-F5344CB8AC3E}">
        <p14:creationId xmlns:p14="http://schemas.microsoft.com/office/powerpoint/2010/main" val="1832598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6DF61DA-D601-4BFE-8C03-8F7CB86F0D7E}"/>
              </a:ext>
            </a:extLst>
          </p:cNvPr>
          <p:cNvSpPr>
            <a:spLocks noGrp="1"/>
          </p:cNvSpPr>
          <p:nvPr>
            <p:ph type="sldNum" sz="quarter" idx="10"/>
          </p:nvPr>
        </p:nvSpPr>
        <p:spPr/>
        <p:txBody>
          <a:bodyPr/>
          <a:lstStyle/>
          <a:p>
            <a:fld id="{9FB9FBB1-FD5B-41A6-B84B-A229A6B4BB39}" type="slidenum">
              <a:rPr lang="en-US" altLang="ja-JP" smtClean="0"/>
              <a:pPr/>
              <a:t>19</a:t>
            </a:fld>
            <a:endParaRPr lang="en-US" dirty="0"/>
          </a:p>
        </p:txBody>
      </p:sp>
      <p:sp>
        <p:nvSpPr>
          <p:cNvPr id="3" name="テキスト プレースホルダー 2">
            <a:extLst>
              <a:ext uri="{FF2B5EF4-FFF2-40B4-BE49-F238E27FC236}">
                <a16:creationId xmlns:a16="http://schemas.microsoft.com/office/drawing/2014/main" id="{1899FC96-830C-4DC1-A27D-52B423728380}"/>
              </a:ext>
            </a:extLst>
          </p:cNvPr>
          <p:cNvSpPr>
            <a:spLocks noGrp="1"/>
          </p:cNvSpPr>
          <p:nvPr>
            <p:ph type="body" sz="quarter" idx="11"/>
          </p:nvPr>
        </p:nvSpPr>
        <p:spPr>
          <a:xfrm>
            <a:off x="574675" y="881832"/>
            <a:ext cx="10000203" cy="5760640"/>
          </a:xfrm>
        </p:spPr>
        <p:txBody>
          <a:bodyPr/>
          <a:lstStyle/>
          <a:p>
            <a:pPr>
              <a:lnSpc>
                <a:spcPct val="100000"/>
              </a:lnSpc>
              <a:spcAft>
                <a:spcPts val="0"/>
              </a:spcAft>
            </a:pPr>
            <a:r>
              <a:rPr lang="en-AU" dirty="0">
                <a:effectLst/>
                <a:ea typeface="SimSun" panose="02010600030101010101" pitchFamily="2" charset="-122"/>
                <a:cs typeface="Cordia New" panose="020B0304020202020204" pitchFamily="34" charset="-34"/>
              </a:rPr>
              <a:t>Large Language Models (LLMs) like GPT, BERT, and others are built upon the Transformer architecture, which fundamentally changed natural language processing by enabling efficient and accurate modelling of language.</a:t>
            </a:r>
          </a:p>
          <a:p>
            <a:pPr>
              <a:lnSpc>
                <a:spcPct val="100000"/>
              </a:lnSpc>
              <a:spcAft>
                <a:spcPts val="0"/>
              </a:spcAft>
            </a:pPr>
            <a:endParaRPr kumimoji="1" lang="ja-JP" altLang="en-US" dirty="0"/>
          </a:p>
        </p:txBody>
      </p:sp>
      <p:sp>
        <p:nvSpPr>
          <p:cNvPr id="4" name="タイトル 3">
            <a:extLst>
              <a:ext uri="{FF2B5EF4-FFF2-40B4-BE49-F238E27FC236}">
                <a16:creationId xmlns:a16="http://schemas.microsoft.com/office/drawing/2014/main" id="{E56447FC-71F3-4B43-AD97-78148212AFBE}"/>
              </a:ext>
            </a:extLst>
          </p:cNvPr>
          <p:cNvSpPr>
            <a:spLocks noGrp="1"/>
          </p:cNvSpPr>
          <p:nvPr>
            <p:ph type="title"/>
          </p:nvPr>
        </p:nvSpPr>
        <p:spPr/>
        <p:txBody>
          <a:bodyPr/>
          <a:lstStyle/>
          <a:p>
            <a:r>
              <a:rPr lang="en-AU" b="1" dirty="0">
                <a:effectLst/>
                <a:ea typeface="SimSun" panose="02010600030101010101" pitchFamily="2" charset="-122"/>
                <a:cs typeface="Cordia New" panose="020B0304020202020204" pitchFamily="34" charset="-34"/>
              </a:rPr>
              <a:t>High Level Architecture of LLM’s</a:t>
            </a:r>
            <a:endParaRPr kumimoji="1" lang="ja-JP" altLang="en-US" b="1" dirty="0"/>
          </a:p>
        </p:txBody>
      </p:sp>
      <p:pic>
        <p:nvPicPr>
          <p:cNvPr id="7" name="Picture 6" descr="full_diagram.png">
            <a:extLst>
              <a:ext uri="{FF2B5EF4-FFF2-40B4-BE49-F238E27FC236}">
                <a16:creationId xmlns:a16="http://schemas.microsoft.com/office/drawing/2014/main" id="{8E0EDD56-907D-8C91-076C-75B9C280A09F}"/>
              </a:ext>
            </a:extLst>
          </p:cNvPr>
          <p:cNvPicPr>
            <a:picLocks noChangeAspect="1"/>
          </p:cNvPicPr>
          <p:nvPr/>
        </p:nvPicPr>
        <p:blipFill>
          <a:blip r:embed="rId2"/>
          <a:stretch>
            <a:fillRect/>
          </a:stretch>
        </p:blipFill>
        <p:spPr>
          <a:xfrm>
            <a:off x="1202506" y="1363687"/>
            <a:ext cx="8229600" cy="6790953"/>
          </a:xfrm>
          <a:prstGeom prst="rect">
            <a:avLst/>
          </a:prstGeom>
        </p:spPr>
      </p:pic>
    </p:spTree>
    <p:extLst>
      <p:ext uri="{BB962C8B-B14F-4D97-AF65-F5344CB8AC3E}">
        <p14:creationId xmlns:p14="http://schemas.microsoft.com/office/powerpoint/2010/main" val="16408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6DF61DA-D601-4BFE-8C03-8F7CB86F0D7E}"/>
              </a:ext>
            </a:extLst>
          </p:cNvPr>
          <p:cNvSpPr>
            <a:spLocks noGrp="1"/>
          </p:cNvSpPr>
          <p:nvPr>
            <p:ph type="sldNum" sz="quarter" idx="10"/>
          </p:nvPr>
        </p:nvSpPr>
        <p:spPr/>
        <p:txBody>
          <a:bodyPr/>
          <a:lstStyle/>
          <a:p>
            <a:fld id="{9FB9FBB1-FD5B-41A6-B84B-A229A6B4BB39}" type="slidenum">
              <a:rPr lang="en-US" altLang="ja-JP" smtClean="0"/>
              <a:pPr/>
              <a:t>20</a:t>
            </a:fld>
            <a:endParaRPr lang="en-US" dirty="0"/>
          </a:p>
        </p:txBody>
      </p:sp>
      <p:sp>
        <p:nvSpPr>
          <p:cNvPr id="3" name="テキスト プレースホルダー 2">
            <a:extLst>
              <a:ext uri="{FF2B5EF4-FFF2-40B4-BE49-F238E27FC236}">
                <a16:creationId xmlns:a16="http://schemas.microsoft.com/office/drawing/2014/main" id="{1899FC96-830C-4DC1-A27D-52B423728380}"/>
              </a:ext>
            </a:extLst>
          </p:cNvPr>
          <p:cNvSpPr>
            <a:spLocks noGrp="1"/>
          </p:cNvSpPr>
          <p:nvPr>
            <p:ph type="body" sz="quarter" idx="11"/>
          </p:nvPr>
        </p:nvSpPr>
        <p:spPr>
          <a:xfrm>
            <a:off x="80421" y="881832"/>
            <a:ext cx="10494457" cy="5760640"/>
          </a:xfrm>
        </p:spPr>
        <p:txBody>
          <a:bodyPr/>
          <a:lstStyle/>
          <a:p>
            <a:pPr>
              <a:lnSpc>
                <a:spcPct val="100000"/>
              </a:lnSpc>
              <a:spcAft>
                <a:spcPts val="0"/>
              </a:spcAft>
            </a:pPr>
            <a:endParaRPr kumimoji="1" lang="ja-JP" altLang="en-US" dirty="0"/>
          </a:p>
        </p:txBody>
      </p:sp>
      <p:sp>
        <p:nvSpPr>
          <p:cNvPr id="4" name="タイトル 3">
            <a:extLst>
              <a:ext uri="{FF2B5EF4-FFF2-40B4-BE49-F238E27FC236}">
                <a16:creationId xmlns:a16="http://schemas.microsoft.com/office/drawing/2014/main" id="{E56447FC-71F3-4B43-AD97-78148212AFBE}"/>
              </a:ext>
            </a:extLst>
          </p:cNvPr>
          <p:cNvSpPr>
            <a:spLocks noGrp="1"/>
          </p:cNvSpPr>
          <p:nvPr>
            <p:ph type="title"/>
          </p:nvPr>
        </p:nvSpPr>
        <p:spPr/>
        <p:txBody>
          <a:bodyPr/>
          <a:lstStyle/>
          <a:p>
            <a:r>
              <a:rPr lang="en-AU" b="1" dirty="0">
                <a:effectLst/>
                <a:ea typeface="SimSun" panose="02010600030101010101" pitchFamily="2" charset="-122"/>
                <a:cs typeface="Cordia New" panose="020B0304020202020204" pitchFamily="34" charset="-34"/>
              </a:rPr>
              <a:t>High Level Architecture of LLM’s</a:t>
            </a:r>
            <a:endParaRPr kumimoji="1" lang="ja-JP" altLang="en-US" b="1" dirty="0"/>
          </a:p>
        </p:txBody>
      </p:sp>
      <p:graphicFrame>
        <p:nvGraphicFramePr>
          <p:cNvPr id="5" name="Table 4">
            <a:extLst>
              <a:ext uri="{FF2B5EF4-FFF2-40B4-BE49-F238E27FC236}">
                <a16:creationId xmlns:a16="http://schemas.microsoft.com/office/drawing/2014/main" id="{4595DA4F-CF5B-2F80-A556-055600513E94}"/>
              </a:ext>
            </a:extLst>
          </p:cNvPr>
          <p:cNvGraphicFramePr>
            <a:graphicFrameLocks noGrp="1"/>
          </p:cNvGraphicFramePr>
          <p:nvPr>
            <p:extLst>
              <p:ext uri="{D42A27DB-BD31-4B8C-83A1-F6EECF244321}">
                <p14:modId xmlns:p14="http://schemas.microsoft.com/office/powerpoint/2010/main" val="2846887653"/>
              </p:ext>
            </p:extLst>
          </p:nvPr>
        </p:nvGraphicFramePr>
        <p:xfrm>
          <a:off x="80422" y="904095"/>
          <a:ext cx="10494456" cy="6110115"/>
        </p:xfrm>
        <a:graphic>
          <a:graphicData uri="http://schemas.openxmlformats.org/drawingml/2006/table">
            <a:tbl>
              <a:tblPr/>
              <a:tblGrid>
                <a:gridCol w="1606456">
                  <a:extLst>
                    <a:ext uri="{9D8B030D-6E8A-4147-A177-3AD203B41FA5}">
                      <a16:colId xmlns:a16="http://schemas.microsoft.com/office/drawing/2014/main" val="3132628703"/>
                    </a:ext>
                  </a:extLst>
                </a:gridCol>
                <a:gridCol w="8888000">
                  <a:extLst>
                    <a:ext uri="{9D8B030D-6E8A-4147-A177-3AD203B41FA5}">
                      <a16:colId xmlns:a16="http://schemas.microsoft.com/office/drawing/2014/main" val="3688368018"/>
                    </a:ext>
                  </a:extLst>
                </a:gridCol>
              </a:tblGrid>
              <a:tr h="362907">
                <a:tc>
                  <a:txBody>
                    <a:bodyPr/>
                    <a:lstStyle/>
                    <a:p>
                      <a:pPr algn="ctr"/>
                      <a:r>
                        <a:rPr lang="en-AU" sz="1600" b="1" dirty="0">
                          <a:effectLst/>
                        </a:rPr>
                        <a:t>Step</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2F2F2"/>
                    </a:solidFill>
                  </a:tcPr>
                </a:tc>
                <a:tc>
                  <a:txBody>
                    <a:bodyPr/>
                    <a:lstStyle/>
                    <a:p>
                      <a:pPr algn="ctr"/>
                      <a:r>
                        <a:rPr lang="en-AU" sz="1600" b="1" dirty="0">
                          <a:effectLst/>
                        </a:rPr>
                        <a:t>Description</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2F2F2"/>
                    </a:solidFill>
                  </a:tcPr>
                </a:tc>
                <a:extLst>
                  <a:ext uri="{0D108BD9-81ED-4DB2-BD59-A6C34878D82A}">
                    <a16:rowId xmlns:a16="http://schemas.microsoft.com/office/drawing/2014/main" val="1424981827"/>
                  </a:ext>
                </a:extLst>
              </a:tr>
              <a:tr h="357173">
                <a:tc>
                  <a:txBody>
                    <a:bodyPr/>
                    <a:lstStyle/>
                    <a:p>
                      <a:pPr algn="l"/>
                      <a:r>
                        <a:rPr lang="en-AU" sz="1600" b="1" dirty="0">
                          <a:effectLst/>
                        </a:rPr>
                        <a:t>1. Input Text</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The phrase "The cat sat on the" is the starting input.</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158820873"/>
                  </a:ext>
                </a:extLst>
              </a:tr>
              <a:tr h="480680">
                <a:tc>
                  <a:txBody>
                    <a:bodyPr/>
                    <a:lstStyle/>
                    <a:p>
                      <a:pPr marL="0" indent="0" algn="l">
                        <a:buNone/>
                      </a:pPr>
                      <a:r>
                        <a:rPr lang="en-AU" sz="1600" b="1" dirty="0">
                          <a:effectLst/>
                        </a:rPr>
                        <a:t>2. Tokenization</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Breaks text into smaller pieces (tokens) - [The][cat][sat][on][the]</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3796104327"/>
                  </a:ext>
                </a:extLst>
              </a:tr>
              <a:tr h="496793">
                <a:tc>
                  <a:txBody>
                    <a:bodyPr/>
                    <a:lstStyle/>
                    <a:p>
                      <a:pPr algn="l"/>
                      <a:r>
                        <a:rPr lang="en-AU" sz="1600" b="1" dirty="0">
                          <a:effectLst/>
                        </a:rPr>
                        <a:t>3. Embedding</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Each token is converted into a numerical </a:t>
                      </a:r>
                      <a:r>
                        <a:rPr lang="en-AU" sz="1600" b="1" dirty="0">
                          <a:effectLst/>
                        </a:rPr>
                        <a:t>vector</a:t>
                      </a:r>
                      <a:r>
                        <a:rPr lang="en-AU" sz="1600" b="0" dirty="0">
                          <a:effectLst/>
                        </a:rPr>
                        <a:t> representing its meaning:</a:t>
                      </a:r>
                    </a:p>
                    <a:p>
                      <a:pPr algn="l"/>
                      <a:r>
                        <a:rPr lang="en-AU" sz="1600" b="0" dirty="0">
                          <a:effectLst/>
                        </a:rPr>
                        <a:t>"cat" might become [0.2, 0.8, 0.1, ...], these embeddings capture semantic information.</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2668227497"/>
                  </a:ext>
                </a:extLst>
              </a:tr>
              <a:tr h="1562476">
                <a:tc>
                  <a:txBody>
                    <a:bodyPr/>
                    <a:lstStyle/>
                    <a:p>
                      <a:pPr algn="l"/>
                      <a:r>
                        <a:rPr lang="en-AU" sz="1600" b="1" dirty="0">
                          <a:effectLst/>
                        </a:rPr>
                        <a:t>4. Positional</a:t>
                      </a:r>
                    </a:p>
                    <a:p>
                      <a:pPr algn="l"/>
                      <a:r>
                        <a:rPr lang="en-AU" sz="1600" b="1" dirty="0">
                          <a:effectLst/>
                        </a:rPr>
                        <a:t>    Encoding</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Transformers process all tokens simultaneously (in parallel), the model needs information about the order of words. Positional encodings are added to embeddings to indicate token positions (e.g., "cat" is the 2nd word).</a:t>
                      </a:r>
                    </a:p>
                    <a:p>
                      <a:pPr algn="l"/>
                      <a:r>
                        <a:rPr lang="en-AU" sz="1600" b="0" dirty="0">
                          <a:effectLst/>
                        </a:rPr>
                        <a:t>( PE_{(pos, 2i)} = \sin\left(\frac{pos}{10000^{\frac{2i}{d}}}\right) )</a:t>
                      </a:r>
                    </a:p>
                    <a:p>
                      <a:pPr algn="l"/>
                      <a:r>
                        <a:rPr lang="en-AU" sz="1600" b="0" dirty="0">
                          <a:effectLst/>
                        </a:rPr>
                        <a:t>( PE_{(pos, 2i+1)} = \cos\left(\frac{pos}{10000^{\frac{2i}{d}}}\right) )</a:t>
                      </a:r>
                    </a:p>
                    <a:p>
                      <a:pPr algn="l"/>
                      <a:r>
                        <a:rPr lang="en-AU" sz="1600" b="0" dirty="0">
                          <a:effectLst/>
                        </a:rPr>
                        <a:t>where ( pos ) is the position, ( i ) is the dimension index, and ( d ) is the model’s embedding size.</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3902721727"/>
                  </a:ext>
                </a:extLst>
              </a:tr>
              <a:tr h="1058764">
                <a:tc>
                  <a:txBody>
                    <a:bodyPr/>
                    <a:lstStyle/>
                    <a:p>
                      <a:pPr algn="l"/>
                      <a:r>
                        <a:rPr lang="en-AU" sz="1600" b="1" dirty="0">
                          <a:effectLst/>
                        </a:rPr>
                        <a:t>5. Transformer</a:t>
                      </a:r>
                    </a:p>
                    <a:p>
                      <a:pPr algn="l"/>
                      <a:r>
                        <a:rPr lang="en-AU" sz="1600" b="1" dirty="0">
                          <a:effectLst/>
                        </a:rPr>
                        <a:t>     Blocks</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marL="285750" indent="-285750" algn="l">
                        <a:buFontTx/>
                        <a:buChar char="-"/>
                      </a:pPr>
                      <a:r>
                        <a:rPr lang="en-AU" sz="1600" b="0" dirty="0">
                          <a:effectLst/>
                        </a:rPr>
                        <a:t>Self-Attention Layer (Which words relate?) </a:t>
                      </a:r>
                    </a:p>
                    <a:p>
                      <a:pPr marL="0" indent="0" algn="l">
                        <a:buFontTx/>
                        <a:buNone/>
                      </a:pPr>
                      <a:r>
                        <a:rPr kumimoji="1" lang="en-US" sz="1600" kern="1200" dirty="0">
                          <a:solidFill>
                            <a:schemeClr val="tx1"/>
                          </a:solidFill>
                          <a:effectLst/>
                          <a:latin typeface="+mn-lt"/>
                          <a:ea typeface="+mn-ea"/>
                          <a:cs typeface="+mn-cs"/>
                        </a:rPr>
                        <a:t>Determines which words in a sentence are most relevant to each other</a:t>
                      </a:r>
                    </a:p>
                    <a:p>
                      <a:pPr marL="0" marR="0" lvl="0" indent="0" algn="l" defTabSz="984077" rtl="0" eaLnBrk="1" fontAlgn="auto" latinLnBrk="0" hangingPunct="1">
                        <a:lnSpc>
                          <a:spcPct val="100000"/>
                        </a:lnSpc>
                        <a:spcBef>
                          <a:spcPts val="0"/>
                        </a:spcBef>
                        <a:spcAft>
                          <a:spcPts val="0"/>
                        </a:spcAft>
                        <a:buClrTx/>
                        <a:buSzTx/>
                        <a:buFontTx/>
                        <a:buNone/>
                        <a:tabLst/>
                        <a:defRPr/>
                      </a:pPr>
                      <a:r>
                        <a:rPr kumimoji="1" lang="en-US" sz="1600" kern="1200" dirty="0">
                          <a:solidFill>
                            <a:schemeClr val="tx1"/>
                          </a:solidFill>
                          <a:effectLst/>
                          <a:latin typeface="+mn-lt"/>
                          <a:ea typeface="+mn-ea"/>
                          <a:cs typeface="+mn-cs"/>
                        </a:rPr>
                        <a:t>LLMs use multiple (8-96+ "heads"):</a:t>
                      </a:r>
                    </a:p>
                    <a:p>
                      <a:pPr marL="0" marR="0" lvl="0" indent="0" algn="l" defTabSz="984077" rtl="0" eaLnBrk="1" fontAlgn="auto" latinLnBrk="0" hangingPunct="1">
                        <a:lnSpc>
                          <a:spcPct val="100000"/>
                        </a:lnSpc>
                        <a:spcBef>
                          <a:spcPts val="0"/>
                        </a:spcBef>
                        <a:spcAft>
                          <a:spcPts val="0"/>
                        </a:spcAft>
                        <a:buClrTx/>
                        <a:buSzTx/>
                        <a:buFontTx/>
                        <a:buNone/>
                        <a:tabLst/>
                        <a:defRPr/>
                      </a:pPr>
                      <a:r>
                        <a:rPr kumimoji="1" lang="en-US" sz="1600" kern="1200" dirty="0">
                          <a:solidFill>
                            <a:schemeClr val="tx1"/>
                          </a:solidFill>
                          <a:effectLst/>
                          <a:latin typeface="+mn-lt"/>
                          <a:ea typeface="+mn-ea"/>
                          <a:cs typeface="+mn-cs"/>
                        </a:rPr>
                        <a:t>Head 1: Focuses on subject-verb relationships, Head 2: Focuses on object relationships  </a:t>
                      </a:r>
                      <a:br>
                        <a:rPr kumimoji="1" lang="en-US" sz="1600" kern="1200" dirty="0">
                          <a:solidFill>
                            <a:schemeClr val="tx1"/>
                          </a:solidFill>
                          <a:effectLst/>
                          <a:latin typeface="+mn-lt"/>
                          <a:ea typeface="+mn-ea"/>
                          <a:cs typeface="+mn-cs"/>
                        </a:rPr>
                      </a:br>
                      <a:r>
                        <a:rPr kumimoji="1" lang="en-US" sz="1600" kern="1200" dirty="0">
                          <a:solidFill>
                            <a:schemeClr val="tx1"/>
                          </a:solidFill>
                          <a:effectLst/>
                          <a:latin typeface="+mn-lt"/>
                          <a:ea typeface="+mn-ea"/>
                          <a:cs typeface="+mn-cs"/>
                        </a:rPr>
                        <a:t>Head 3: Focuses on adjectives-nouns, Head 4: Focuses on temporal relationships</a:t>
                      </a:r>
                    </a:p>
                    <a:p>
                      <a:pPr marL="0" marR="0" lvl="0" indent="0" algn="l" defTabSz="984077" rtl="0" eaLnBrk="1" fontAlgn="auto" latinLnBrk="0" hangingPunct="1">
                        <a:lnSpc>
                          <a:spcPct val="100000"/>
                        </a:lnSpc>
                        <a:spcBef>
                          <a:spcPts val="0"/>
                        </a:spcBef>
                        <a:spcAft>
                          <a:spcPts val="0"/>
                        </a:spcAft>
                        <a:buClrTx/>
                        <a:buSzTx/>
                        <a:buFontTx/>
                        <a:buNone/>
                        <a:tabLst/>
                        <a:defRPr/>
                      </a:pPr>
                      <a:r>
                        <a:rPr kumimoji="1" lang="en-US" sz="1600" kern="1200" dirty="0">
                          <a:solidFill>
                            <a:schemeClr val="tx1"/>
                          </a:solidFill>
                          <a:effectLst/>
                          <a:latin typeface="+mn-lt"/>
                          <a:ea typeface="+mn-ea"/>
                          <a:cs typeface="+mn-cs"/>
                        </a:rPr>
                        <a:t>Each head learns different patterns! All combined for rich understanding. </a:t>
                      </a:r>
                      <a:endParaRPr lang="en-AU" sz="1600" b="0" dirty="0">
                        <a:effectLst/>
                      </a:endParaRPr>
                    </a:p>
                    <a:p>
                      <a:pPr marL="285750" indent="-285750" algn="l">
                        <a:buFontTx/>
                        <a:buChar char="-"/>
                      </a:pPr>
                      <a:r>
                        <a:rPr lang="en-AU" sz="1600" b="0" dirty="0">
                          <a:effectLst/>
                        </a:rPr>
                        <a:t>Feed Forward Network (Process patterns)</a:t>
                      </a:r>
                    </a:p>
                    <a:p>
                      <a:pPr marL="0" indent="0" algn="l">
                        <a:buFontTx/>
                        <a:buNone/>
                      </a:pPr>
                      <a:r>
                        <a:rPr kumimoji="1" lang="en-US" sz="1600" b="0" kern="1200" dirty="0">
                          <a:solidFill>
                            <a:schemeClr val="tx1"/>
                          </a:solidFill>
                          <a:effectLst/>
                          <a:latin typeface="+mn-lt"/>
                          <a:ea typeface="+mn-ea"/>
                          <a:cs typeface="+mn-cs"/>
                        </a:rPr>
                        <a:t>Processes the attention output through more layers</a:t>
                      </a:r>
                      <a:endParaRPr lang="en-AU" sz="1200" b="0" dirty="0">
                        <a:effectLst/>
                      </a:endParaRP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1040999841"/>
                  </a:ext>
                </a:extLst>
              </a:tr>
              <a:tr h="250272">
                <a:tc>
                  <a:txBody>
                    <a:bodyPr/>
                    <a:lstStyle/>
                    <a:p>
                      <a:pPr algn="l"/>
                      <a:r>
                        <a:rPr lang="en-AU" sz="1600" b="1" dirty="0">
                          <a:effectLst/>
                        </a:rPr>
                        <a:t>6. Output Layer</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Predict next token probabilistically (e.g., "mat" 85%)</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2900831028"/>
                  </a:ext>
                </a:extLst>
              </a:tr>
              <a:tr h="362907">
                <a:tc>
                  <a:txBody>
                    <a:bodyPr/>
                    <a:lstStyle/>
                    <a:p>
                      <a:pPr algn="l"/>
                      <a:r>
                        <a:rPr lang="en-AU" sz="1600" b="1" dirty="0">
                          <a:effectLst/>
                        </a:rPr>
                        <a:t>7. Output Text</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tc>
                  <a:txBody>
                    <a:bodyPr/>
                    <a:lstStyle/>
                    <a:p>
                      <a:pPr algn="l"/>
                      <a:r>
                        <a:rPr lang="en-AU" sz="1600" b="0" dirty="0">
                          <a:effectLst/>
                        </a:rPr>
                        <a:t>"The cat sat on the mat"</a:t>
                      </a:r>
                    </a:p>
                  </a:txBody>
                  <a:tcPr marL="50146" marR="50146" marT="50146" marB="50146" anchor="ctr">
                    <a:lnL w="6350" cap="flat" cmpd="sng" algn="ctr">
                      <a:solidFill>
                        <a:srgbClr val="D3D3D3"/>
                      </a:solidFill>
                      <a:prstDash val="solid"/>
                      <a:round/>
                      <a:headEnd type="none" w="med" len="med"/>
                      <a:tailEnd type="none" w="med" len="med"/>
                    </a:lnL>
                    <a:lnR w="6350" cap="flat" cmpd="sng" algn="ctr">
                      <a:solidFill>
                        <a:srgbClr val="D3D3D3"/>
                      </a:solidFill>
                      <a:prstDash val="solid"/>
                      <a:round/>
                      <a:headEnd type="none" w="med" len="med"/>
                      <a:tailEnd type="none" w="med" len="med"/>
                    </a:lnR>
                    <a:lnT w="6350" cap="flat" cmpd="sng" algn="ctr">
                      <a:solidFill>
                        <a:srgbClr val="D3D3D3"/>
                      </a:solidFill>
                      <a:prstDash val="solid"/>
                      <a:round/>
                      <a:headEnd type="none" w="med" len="med"/>
                      <a:tailEnd type="none" w="med" len="med"/>
                    </a:lnT>
                    <a:lnB w="6350"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381406728"/>
                  </a:ext>
                </a:extLst>
              </a:tr>
            </a:tbl>
          </a:graphicData>
        </a:graphic>
      </p:graphicFrame>
    </p:spTree>
    <p:extLst>
      <p:ext uri="{BB962C8B-B14F-4D97-AF65-F5344CB8AC3E}">
        <p14:creationId xmlns:p14="http://schemas.microsoft.com/office/powerpoint/2010/main" val="1562474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E39BA9-5DC8-8D20-B40F-FE22F7F17D82}"/>
              </a:ext>
            </a:extLst>
          </p:cNvPr>
          <p:cNvSpPr>
            <a:spLocks noGrp="1"/>
          </p:cNvSpPr>
          <p:nvPr>
            <p:ph type="sldNum" sz="quarter" idx="10"/>
          </p:nvPr>
        </p:nvSpPr>
        <p:spPr/>
        <p:txBody>
          <a:bodyPr/>
          <a:lstStyle/>
          <a:p>
            <a:fld id="{9FB9FBB1-FD5B-41A6-B84B-A229A6B4BB39}" type="slidenum">
              <a:rPr lang="en-US" altLang="ja-JP" smtClean="0"/>
              <a:pPr/>
              <a:t>21</a:t>
            </a:fld>
            <a:endParaRPr lang="en-US" dirty="0"/>
          </a:p>
        </p:txBody>
      </p:sp>
      <p:sp>
        <p:nvSpPr>
          <p:cNvPr id="3" name="Text Placeholder 2">
            <a:extLst>
              <a:ext uri="{FF2B5EF4-FFF2-40B4-BE49-F238E27FC236}">
                <a16:creationId xmlns:a16="http://schemas.microsoft.com/office/drawing/2014/main" id="{19C60CE3-F693-AB2C-F7A0-971BB92420A5}"/>
              </a:ext>
            </a:extLst>
          </p:cNvPr>
          <p:cNvSpPr>
            <a:spLocks noGrp="1"/>
          </p:cNvSpPr>
          <p:nvPr>
            <p:ph type="body" sz="quarter" idx="11"/>
          </p:nvPr>
        </p:nvSpPr>
        <p:spPr/>
        <p:txBody>
          <a:bodyPr/>
          <a:lstStyle/>
          <a:p>
            <a:pPr>
              <a:lnSpc>
                <a:spcPct val="115000"/>
              </a:lnSpc>
              <a:spcAft>
                <a:spcPts val="800"/>
              </a:spcAft>
            </a:pPr>
            <a:r>
              <a:rPr lang="en-AU" b="1" kern="100" dirty="0">
                <a:effectLst/>
                <a:ea typeface="DengXian" panose="02010600030101010101" pitchFamily="2" charset="-122"/>
                <a:cs typeface="Cordia New" panose="020B0304020202020204" pitchFamily="34" charset="-34"/>
              </a:rPr>
              <a:t>Specialized databases designed to store and search high-dimensional vectors, efficiently enabling similarity search on embeddings.</a:t>
            </a:r>
            <a:endParaRPr lang="en-AU" kern="100" dirty="0">
              <a:ea typeface="DengXian" panose="02010600030101010101" pitchFamily="2" charset="-122"/>
              <a:cs typeface="Cordia New" panose="020B0304020202020204" pitchFamily="34" charset="-34"/>
            </a:endParaRPr>
          </a:p>
          <a:p>
            <a:pPr marL="285750" indent="-285750" algn="l">
              <a:buFont typeface="Arial" panose="020B0604020202020204" pitchFamily="34" charset="0"/>
              <a:buChar char="•"/>
            </a:pPr>
            <a:r>
              <a:rPr lang="en-AU" b="0" i="0" dirty="0">
                <a:effectLst/>
              </a:rPr>
              <a:t>Traditional databases rely on exact matches (e.g., keywords). Vector databases allow searching by similarity (e.g., meaning, likeness).</a:t>
            </a:r>
          </a:p>
          <a:p>
            <a:pPr algn="l"/>
            <a:endParaRPr lang="en-AU" b="0" i="0" dirty="0">
              <a:effectLst/>
            </a:endParaRPr>
          </a:p>
          <a:p>
            <a:pPr marL="285750" indent="-285750" algn="l">
              <a:buFont typeface="Arial" panose="020B0604020202020204" pitchFamily="34" charset="0"/>
              <a:buChar char="•"/>
            </a:pPr>
            <a:r>
              <a:rPr lang="en-AU" b="0" i="0" dirty="0">
                <a:effectLst/>
              </a:rPr>
              <a:t>Useful when "close enough" or contextual relevance matters.</a:t>
            </a:r>
          </a:p>
          <a:p>
            <a:pPr algn="l"/>
            <a:endParaRPr lang="en-AU" b="0" i="0" dirty="0">
              <a:effectLst/>
            </a:endParaRPr>
          </a:p>
          <a:p>
            <a:pPr marL="285750" indent="-285750" algn="l">
              <a:buFont typeface="Arial" panose="020B0604020202020204" pitchFamily="34" charset="0"/>
              <a:buChar char="•"/>
            </a:pPr>
            <a:r>
              <a:rPr lang="en-AU" b="0" i="0" dirty="0">
                <a:effectLst/>
              </a:rPr>
              <a:t>Use cases: semantic search, recommendations, image similarity.</a:t>
            </a:r>
          </a:p>
          <a:p>
            <a:pPr>
              <a:lnSpc>
                <a:spcPct val="115000"/>
              </a:lnSpc>
              <a:spcAft>
                <a:spcPts val="800"/>
              </a:spcAft>
            </a:pPr>
            <a:endParaRPr lang="en-AU" kern="100" dirty="0">
              <a:effectLst/>
              <a:ea typeface="DengXian" panose="02010600030101010101" pitchFamily="2" charset="-122"/>
              <a:cs typeface="Cordia New" panose="020B0304020202020204" pitchFamily="34" charset="-34"/>
            </a:endParaRPr>
          </a:p>
          <a:p>
            <a:pPr>
              <a:lnSpc>
                <a:spcPct val="115000"/>
              </a:lnSpc>
              <a:spcAft>
                <a:spcPts val="800"/>
              </a:spcAft>
            </a:pPr>
            <a:r>
              <a:rPr lang="en-AU" b="1" kern="100" dirty="0">
                <a:effectLst/>
                <a:ea typeface="DengXian" panose="02010600030101010101" pitchFamily="2" charset="-122"/>
                <a:cs typeface="Cordia New" panose="020B0304020202020204" pitchFamily="34" charset="-34"/>
              </a:rPr>
              <a:t>Example: </a:t>
            </a:r>
            <a:r>
              <a:rPr lang="en-AU" kern="100" dirty="0">
                <a:effectLst/>
                <a:ea typeface="DengXian" panose="02010600030101010101" pitchFamily="2" charset="-122"/>
                <a:cs typeface="Cordia New" panose="020B0304020202020204" pitchFamily="34" charset="-34"/>
              </a:rPr>
              <a:t>When searching for similar documents or images, vector databases help quickly retrieve relevant results based on embedding similarity.</a:t>
            </a:r>
          </a:p>
          <a:p>
            <a:endParaRPr lang="en-AU" dirty="0"/>
          </a:p>
        </p:txBody>
      </p:sp>
      <p:sp>
        <p:nvSpPr>
          <p:cNvPr id="4" name="Title 3">
            <a:extLst>
              <a:ext uri="{FF2B5EF4-FFF2-40B4-BE49-F238E27FC236}">
                <a16:creationId xmlns:a16="http://schemas.microsoft.com/office/drawing/2014/main" id="{1955C742-D2EA-55AA-CB93-9317FAFCA121}"/>
              </a:ext>
            </a:extLst>
          </p:cNvPr>
          <p:cNvSpPr>
            <a:spLocks noGrp="1"/>
          </p:cNvSpPr>
          <p:nvPr>
            <p:ph type="title"/>
          </p:nvPr>
        </p:nvSpPr>
        <p:spPr/>
        <p:txBody>
          <a:bodyPr/>
          <a:lstStyle/>
          <a:p>
            <a:r>
              <a:rPr lang="en-AU" b="1" dirty="0"/>
              <a:t>Vector Databases</a:t>
            </a:r>
          </a:p>
        </p:txBody>
      </p:sp>
    </p:spTree>
    <p:extLst>
      <p:ext uri="{BB962C8B-B14F-4D97-AF65-F5344CB8AC3E}">
        <p14:creationId xmlns:p14="http://schemas.microsoft.com/office/powerpoint/2010/main" val="3151888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6DF61DA-D601-4BFE-8C03-8F7CB86F0D7E}"/>
              </a:ext>
            </a:extLst>
          </p:cNvPr>
          <p:cNvSpPr>
            <a:spLocks noGrp="1"/>
          </p:cNvSpPr>
          <p:nvPr>
            <p:ph type="sldNum" sz="quarter" idx="10"/>
          </p:nvPr>
        </p:nvSpPr>
        <p:spPr/>
        <p:txBody>
          <a:bodyPr/>
          <a:lstStyle/>
          <a:p>
            <a:fld id="{9FB9FBB1-FD5B-41A6-B84B-A229A6B4BB39}" type="slidenum">
              <a:rPr lang="en-US" altLang="ja-JP" smtClean="0"/>
              <a:pPr/>
              <a:t>22</a:t>
            </a:fld>
            <a:endParaRPr lang="en-US" dirty="0"/>
          </a:p>
        </p:txBody>
      </p:sp>
      <p:sp>
        <p:nvSpPr>
          <p:cNvPr id="3" name="テキスト プレースホルダー 2">
            <a:extLst>
              <a:ext uri="{FF2B5EF4-FFF2-40B4-BE49-F238E27FC236}">
                <a16:creationId xmlns:a16="http://schemas.microsoft.com/office/drawing/2014/main" id="{1899FC96-830C-4DC1-A27D-52B423728380}"/>
              </a:ext>
            </a:extLst>
          </p:cNvPr>
          <p:cNvSpPr>
            <a:spLocks noGrp="1"/>
          </p:cNvSpPr>
          <p:nvPr>
            <p:ph type="body" sz="quarter" idx="11"/>
          </p:nvPr>
        </p:nvSpPr>
        <p:spPr>
          <a:xfrm>
            <a:off x="575123" y="953840"/>
            <a:ext cx="9505055" cy="5760640"/>
          </a:xfrm>
        </p:spPr>
        <p:txBody>
          <a:bodyPr/>
          <a:lstStyle/>
          <a:p>
            <a:r>
              <a:rPr lang="en-AU" b="1" i="0" dirty="0">
                <a:effectLst/>
              </a:rPr>
              <a:t>Let's go through the code demonstrating how the Transformer works with the Fujifilm dataset.</a:t>
            </a:r>
          </a:p>
          <a:p>
            <a:r>
              <a:rPr lang="en-AU" i="0" dirty="0">
                <a:effectLst/>
              </a:rPr>
              <a:t>Presented below is sample data to demonstrate how the LLM processes information internally,</a:t>
            </a:r>
          </a:p>
          <a:p>
            <a:endParaRPr lang="en-AU" b="1" dirty="0"/>
          </a:p>
          <a:p>
            <a:endParaRPr lang="en-AU" b="1" i="0" dirty="0">
              <a:effectLst/>
            </a:endParaRPr>
          </a:p>
          <a:p>
            <a:endParaRPr lang="en-AU" b="1" dirty="0"/>
          </a:p>
          <a:p>
            <a:endParaRPr lang="en-AU" b="1" i="0" dirty="0">
              <a:effectLst/>
            </a:endParaRPr>
          </a:p>
          <a:p>
            <a:endParaRPr lang="en-AU" b="1" dirty="0"/>
          </a:p>
          <a:p>
            <a:endParaRPr lang="en-AU" b="1" i="0" dirty="0">
              <a:effectLst/>
            </a:endParaRPr>
          </a:p>
          <a:p>
            <a:endParaRPr lang="en-AU" b="1" i="0" dirty="0">
              <a:effectLst/>
            </a:endParaRPr>
          </a:p>
          <a:p>
            <a:endParaRPr lang="en-AU" b="1" i="0" dirty="0">
              <a:effectLst/>
            </a:endParaRPr>
          </a:p>
          <a:p>
            <a:endParaRPr kumimoji="1" lang="en-AU" altLang="ja-JP" b="1" dirty="0"/>
          </a:p>
          <a:p>
            <a:endParaRPr kumimoji="1" lang="ja-JP" altLang="en-US" dirty="0"/>
          </a:p>
        </p:txBody>
      </p:sp>
      <p:sp>
        <p:nvSpPr>
          <p:cNvPr id="4" name="タイトル 3">
            <a:extLst>
              <a:ext uri="{FF2B5EF4-FFF2-40B4-BE49-F238E27FC236}">
                <a16:creationId xmlns:a16="http://schemas.microsoft.com/office/drawing/2014/main" id="{E56447FC-71F3-4B43-AD97-78148212AFBE}"/>
              </a:ext>
            </a:extLst>
          </p:cNvPr>
          <p:cNvSpPr>
            <a:spLocks noGrp="1"/>
          </p:cNvSpPr>
          <p:nvPr>
            <p:ph type="title"/>
          </p:nvPr>
        </p:nvSpPr>
        <p:spPr/>
        <p:txBody>
          <a:bodyPr/>
          <a:lstStyle/>
          <a:p>
            <a:r>
              <a:rPr kumimoji="1" lang="en-US" altLang="ja-JP" b="1" dirty="0"/>
              <a:t>Demo</a:t>
            </a:r>
            <a:endParaRPr kumimoji="1" lang="ja-JP" altLang="en-US" b="1" dirty="0"/>
          </a:p>
        </p:txBody>
      </p:sp>
      <p:graphicFrame>
        <p:nvGraphicFramePr>
          <p:cNvPr id="12" name="Table 11">
            <a:extLst>
              <a:ext uri="{FF2B5EF4-FFF2-40B4-BE49-F238E27FC236}">
                <a16:creationId xmlns:a16="http://schemas.microsoft.com/office/drawing/2014/main" id="{E30A3A6A-273D-4AF0-1850-29F31150C392}"/>
              </a:ext>
            </a:extLst>
          </p:cNvPr>
          <p:cNvGraphicFramePr>
            <a:graphicFrameLocks noGrp="1"/>
          </p:cNvGraphicFramePr>
          <p:nvPr>
            <p:extLst>
              <p:ext uri="{D42A27DB-BD31-4B8C-83A1-F6EECF244321}">
                <p14:modId xmlns:p14="http://schemas.microsoft.com/office/powerpoint/2010/main" val="2065167607"/>
              </p:ext>
            </p:extLst>
          </p:nvPr>
        </p:nvGraphicFramePr>
        <p:xfrm>
          <a:off x="647130" y="1731124"/>
          <a:ext cx="4922639" cy="5199380"/>
        </p:xfrm>
        <a:graphic>
          <a:graphicData uri="http://schemas.openxmlformats.org/drawingml/2006/table">
            <a:tbl>
              <a:tblPr/>
              <a:tblGrid>
                <a:gridCol w="2919950">
                  <a:extLst>
                    <a:ext uri="{9D8B030D-6E8A-4147-A177-3AD203B41FA5}">
                      <a16:colId xmlns:a16="http://schemas.microsoft.com/office/drawing/2014/main" val="2053840294"/>
                    </a:ext>
                  </a:extLst>
                </a:gridCol>
                <a:gridCol w="2002689">
                  <a:extLst>
                    <a:ext uri="{9D8B030D-6E8A-4147-A177-3AD203B41FA5}">
                      <a16:colId xmlns:a16="http://schemas.microsoft.com/office/drawing/2014/main" val="3558091060"/>
                    </a:ext>
                  </a:extLst>
                </a:gridCol>
              </a:tblGrid>
              <a:tr h="203200">
                <a:tc>
                  <a:txBody>
                    <a:bodyPr/>
                    <a:lstStyle/>
                    <a:p>
                      <a:pPr algn="l" fontAlgn="b"/>
                      <a:r>
                        <a:rPr lang="en-AU" sz="2400" b="1" i="0" u="none" strike="noStrike" dirty="0">
                          <a:solidFill>
                            <a:srgbClr val="000000"/>
                          </a:solidFill>
                          <a:effectLst/>
                          <a:latin typeface="Aptos Narrow" panose="020B0004020202020204" pitchFamily="34" charset="0"/>
                        </a:rPr>
                        <a:t>Review</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2400" b="1" i="0" u="none" strike="noStrike" dirty="0">
                          <a:solidFill>
                            <a:srgbClr val="000000"/>
                          </a:solidFill>
                          <a:effectLst/>
                          <a:latin typeface="Aptos Narrow" panose="020B0004020202020204" pitchFamily="34" charset="0"/>
                        </a:rPr>
                        <a:t>Sentiment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5109149"/>
                  </a:ext>
                </a:extLst>
              </a:tr>
              <a:tr h="203200">
                <a:tc>
                  <a:txBody>
                    <a:bodyPr/>
                    <a:lstStyle/>
                    <a:p>
                      <a:pPr algn="l" fontAlgn="b"/>
                      <a:r>
                        <a:rPr lang="en-AU" sz="1400" b="0" i="0" u="none" strike="noStrike" dirty="0">
                          <a:solidFill>
                            <a:srgbClr val="000000"/>
                          </a:solidFill>
                          <a:effectLst/>
                          <a:latin typeface="Aptos Narrow" panose="020B0004020202020204" pitchFamily="34" charset="0"/>
                        </a:rPr>
                        <a:t>Exceeded my expectations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positive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6103169"/>
                  </a:ext>
                </a:extLst>
              </a:tr>
              <a:tr h="203200">
                <a:tc>
                  <a:txBody>
                    <a:bodyPr/>
                    <a:lstStyle/>
                    <a:p>
                      <a:pPr algn="l" fontAlgn="b"/>
                      <a:r>
                        <a:rPr lang="en-AU" sz="1400" b="0" i="0" u="none" strike="noStrike" dirty="0">
                          <a:solidFill>
                            <a:srgbClr val="000000"/>
                          </a:solidFill>
                          <a:effectLst/>
                          <a:latin typeface="Aptos Narrow" panose="020B0004020202020204" pitchFamily="34" charset="0"/>
                        </a:rPr>
                        <a:t>Great 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positive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3119772"/>
                  </a:ext>
                </a:extLst>
              </a:tr>
              <a:tr h="203200">
                <a:tc>
                  <a:txBody>
                    <a:bodyPr/>
                    <a:lstStyle/>
                    <a:p>
                      <a:pPr algn="l" fontAlgn="b"/>
                      <a:r>
                        <a:rPr lang="en-AU" sz="1400" b="0" i="0" u="none" strike="noStrike" dirty="0">
                          <a:solidFill>
                            <a:srgbClr val="000000"/>
                          </a:solidFill>
                          <a:effectLst/>
                          <a:latin typeface="Aptos Narrow" panose="020B0004020202020204" pitchFamily="34" charset="0"/>
                        </a:rPr>
                        <a:t>Not worth the money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negative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456694"/>
                  </a:ext>
                </a:extLst>
              </a:tr>
              <a:tr h="203200">
                <a:tc>
                  <a:txBody>
                    <a:bodyPr/>
                    <a:lstStyle/>
                    <a:p>
                      <a:pPr algn="l" fontAlgn="b"/>
                      <a:r>
                        <a:rPr lang="en-AU" sz="1400" b="0" i="0" u="none" strike="noStrike" dirty="0">
                          <a:solidFill>
                            <a:srgbClr val="000000"/>
                          </a:solidFill>
                          <a:effectLst/>
                          <a:latin typeface="Aptos Narrow" panose="020B0004020202020204" pitchFamily="34" charset="0"/>
                        </a:rPr>
                        <a:t>Fine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neutral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1283611"/>
                  </a:ext>
                </a:extLst>
              </a:tr>
              <a:tr h="203200">
                <a:tc>
                  <a:txBody>
                    <a:bodyPr/>
                    <a:lstStyle/>
                    <a:p>
                      <a:pPr algn="l" fontAlgn="b"/>
                      <a:r>
                        <a:rPr lang="en-AU" sz="1400" b="0" i="0" u="none" strike="noStrike" dirty="0">
                          <a:solidFill>
                            <a:srgbClr val="000000"/>
                          </a:solidFill>
                          <a:effectLst/>
                          <a:latin typeface="Aptos Narrow" panose="020B0004020202020204" pitchFamily="34" charset="0"/>
                        </a:rPr>
                        <a:t>Impressed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positive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6226035"/>
                  </a:ext>
                </a:extLst>
              </a:tr>
              <a:tr h="203200">
                <a:tc>
                  <a:txBody>
                    <a:bodyPr/>
                    <a:lstStyle/>
                    <a:p>
                      <a:pPr algn="l" fontAlgn="b"/>
                      <a:r>
                        <a:rPr lang="en-AU" sz="1400" b="0" i="0" u="none" strike="noStrike" dirty="0">
                          <a:solidFill>
                            <a:srgbClr val="000000"/>
                          </a:solidFill>
                          <a:effectLst/>
                          <a:latin typeface="Aptos Narrow" panose="020B0004020202020204" pitchFamily="34" charset="0"/>
                        </a:rPr>
                        <a:t>Top-notch experience overall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positive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1291126"/>
                  </a:ext>
                </a:extLst>
              </a:tr>
              <a:tr h="203200">
                <a:tc>
                  <a:txBody>
                    <a:bodyPr/>
                    <a:lstStyle/>
                    <a:p>
                      <a:pPr algn="l" fontAlgn="b"/>
                      <a:r>
                        <a:rPr lang="en-AU" sz="1400" b="0" i="0" u="none" strike="noStrike" dirty="0">
                          <a:solidFill>
                            <a:srgbClr val="000000"/>
                          </a:solidFill>
                          <a:effectLst/>
                          <a:latin typeface="Aptos Narrow" panose="020B0004020202020204" pitchFamily="34" charset="0"/>
                        </a:rPr>
                        <a:t>Disappointed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negative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1807185"/>
                  </a:ext>
                </a:extLst>
              </a:tr>
              <a:tr h="203200">
                <a:tc>
                  <a:txBody>
                    <a:bodyPr/>
                    <a:lstStyle/>
                    <a:p>
                      <a:pPr algn="l" fontAlgn="b"/>
                      <a:r>
                        <a:rPr lang="en-AU" sz="1400" b="0" i="0" u="none" strike="noStrike" dirty="0">
                          <a:solidFill>
                            <a:srgbClr val="000000"/>
                          </a:solidFill>
                          <a:effectLst/>
                          <a:latin typeface="Aptos Narrow" panose="020B0004020202020204" pitchFamily="34" charset="0"/>
                        </a:rPr>
                        <a:t>Amazing speed and features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positive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4066993"/>
                  </a:ext>
                </a:extLst>
              </a:tr>
              <a:tr h="203200">
                <a:tc>
                  <a:txBody>
                    <a:bodyPr/>
                    <a:lstStyle/>
                    <a:p>
                      <a:pPr algn="l" fontAlgn="b"/>
                      <a:r>
                        <a:rPr lang="en-AU" sz="1400" b="0" i="0" u="none" strike="noStrike" dirty="0">
                          <a:solidFill>
                            <a:srgbClr val="000000"/>
                          </a:solidFill>
                          <a:effectLst/>
                          <a:latin typeface="Aptos Narrow" panose="020B0004020202020204" pitchFamily="34" charset="0"/>
                        </a:rPr>
                        <a:t>Bad customer service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negative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0534244"/>
                  </a:ext>
                </a:extLst>
              </a:tr>
              <a:tr h="203200">
                <a:tc>
                  <a:txBody>
                    <a:bodyPr/>
                    <a:lstStyle/>
                    <a:p>
                      <a:pPr algn="l" fontAlgn="b"/>
                      <a:r>
                        <a:rPr lang="en-AU" sz="1400" b="0" i="0" u="none" strike="noStrike" dirty="0">
                          <a:solidFill>
                            <a:srgbClr val="000000"/>
                          </a:solidFill>
                          <a:effectLst/>
                          <a:latin typeface="Aptos Narrow" panose="020B0004020202020204" pitchFamily="34" charset="0"/>
                        </a:rPr>
                        <a:t>Performance is terrible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negative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4153623"/>
                  </a:ext>
                </a:extLst>
              </a:tr>
              <a:tr h="203200">
                <a:tc>
                  <a:txBody>
                    <a:bodyPr/>
                    <a:lstStyle/>
                    <a:p>
                      <a:pPr algn="l" fontAlgn="b"/>
                      <a:r>
                        <a:rPr lang="en-AU" sz="1400" b="0" i="0" u="none" strike="noStrike" dirty="0">
                          <a:solidFill>
                            <a:srgbClr val="000000"/>
                          </a:solidFill>
                          <a:effectLst/>
                          <a:latin typeface="Aptos Narrow" panose="020B0004020202020204" pitchFamily="34" charset="0"/>
                        </a:rPr>
                        <a:t>Highly recommend this item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positive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5326532"/>
                  </a:ext>
                </a:extLst>
              </a:tr>
              <a:tr h="203200">
                <a:tc>
                  <a:txBody>
                    <a:bodyPr/>
                    <a:lstStyle/>
                    <a:p>
                      <a:pPr algn="l" fontAlgn="b"/>
                      <a:r>
                        <a:rPr lang="en-AU" sz="1400" b="0" i="0" u="none" strike="noStrike" dirty="0">
                          <a:solidFill>
                            <a:srgbClr val="000000"/>
                          </a:solidFill>
                          <a:effectLst/>
                          <a:latin typeface="Aptos Narrow" panose="020B0004020202020204" pitchFamily="34" charset="0"/>
                        </a:rPr>
                        <a:t>It's okay for the price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neutral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6782890"/>
                  </a:ext>
                </a:extLst>
              </a:tr>
              <a:tr h="203200">
                <a:tc>
                  <a:txBody>
                    <a:bodyPr/>
                    <a:lstStyle/>
                    <a:p>
                      <a:pPr algn="l" fontAlgn="b"/>
                      <a:r>
                        <a:rPr lang="en-AU" sz="1400" b="0" i="0" u="none" strike="noStrike" dirty="0">
                          <a:solidFill>
                            <a:srgbClr val="000000"/>
                          </a:solidFill>
                          <a:effectLst/>
                          <a:latin typeface="Aptos Narrow" panose="020B0004020202020204" pitchFamily="34" charset="0"/>
                        </a:rPr>
                        <a:t>Just a basic product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neutral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1628029"/>
                  </a:ext>
                </a:extLst>
              </a:tr>
              <a:tr h="203200">
                <a:tc>
                  <a:txBody>
                    <a:bodyPr/>
                    <a:lstStyle/>
                    <a:p>
                      <a:pPr algn="l" fontAlgn="b"/>
                      <a:r>
                        <a:rPr lang="en-AU" sz="1400" b="0" i="0" u="none" strike="noStrike" dirty="0">
                          <a:solidFill>
                            <a:srgbClr val="000000"/>
                          </a:solidFill>
                          <a:effectLst/>
                          <a:latin typeface="Aptos Narrow" panose="020B0004020202020204" pitchFamily="34" charset="0"/>
                        </a:rPr>
                        <a:t>Average product performance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neutral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7738910"/>
                  </a:ext>
                </a:extLst>
              </a:tr>
              <a:tr h="203200">
                <a:tc>
                  <a:txBody>
                    <a:bodyPr/>
                    <a:lstStyle/>
                    <a:p>
                      <a:pPr algn="l" fontAlgn="b"/>
                      <a:r>
                        <a:rPr lang="en-AU" sz="1400" b="0" i="0" u="none" strike="noStrike" dirty="0">
                          <a:solidFill>
                            <a:srgbClr val="000000"/>
                          </a:solidFill>
                          <a:effectLst/>
                          <a:latin typeface="Aptos Narrow" panose="020B0004020202020204" pitchFamily="34" charset="0"/>
                        </a:rPr>
                        <a:t>Neither good nor bad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neutral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9211844"/>
                  </a:ext>
                </a:extLst>
              </a:tr>
              <a:tr h="203200">
                <a:tc>
                  <a:txBody>
                    <a:bodyPr/>
                    <a:lstStyle/>
                    <a:p>
                      <a:pPr algn="l" fontAlgn="b"/>
                      <a:r>
                        <a:rPr lang="en-AU" sz="1400" b="0" i="0" u="none" strike="noStrike" dirty="0">
                          <a:solidFill>
                            <a:srgbClr val="000000"/>
                          </a:solidFill>
                          <a:effectLst/>
                          <a:latin typeface="Aptos Narrow" panose="020B0004020202020204" pitchFamily="34" charset="0"/>
                        </a:rPr>
                        <a:t>Engineer attitude is good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positive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3330708"/>
                  </a:ext>
                </a:extLst>
              </a:tr>
              <a:tr h="203200">
                <a:tc>
                  <a:txBody>
                    <a:bodyPr/>
                    <a:lstStyle/>
                    <a:p>
                      <a:pPr algn="l" fontAlgn="b"/>
                      <a:r>
                        <a:rPr lang="en-AU" sz="1400" b="0" i="0" u="none" strike="noStrike" dirty="0">
                          <a:solidFill>
                            <a:srgbClr val="000000"/>
                          </a:solidFill>
                          <a:effectLst/>
                          <a:latin typeface="Aptos Narrow" panose="020B0004020202020204" pitchFamily="34" charset="0"/>
                        </a:rPr>
                        <a:t>Engineer attitude is not good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positive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6103502"/>
                  </a:ext>
                </a:extLst>
              </a:tr>
              <a:tr h="203200">
                <a:tc>
                  <a:txBody>
                    <a:bodyPr/>
                    <a:lstStyle/>
                    <a:p>
                      <a:pPr algn="l" fontAlgn="b"/>
                      <a:r>
                        <a:rPr lang="en-AU" sz="1400" b="0" i="0" u="none" strike="noStrike" dirty="0">
                          <a:solidFill>
                            <a:srgbClr val="000000"/>
                          </a:solidFill>
                          <a:effectLst/>
                          <a:latin typeface="Aptos Narrow" panose="020B0004020202020204" pitchFamily="34" charset="0"/>
                        </a:rPr>
                        <a:t>Engineer could not explain about problem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positive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3288147"/>
                  </a:ext>
                </a:extLst>
              </a:tr>
              <a:tr h="203200">
                <a:tc>
                  <a:txBody>
                    <a:bodyPr/>
                    <a:lstStyle/>
                    <a:p>
                      <a:pPr algn="l" fontAlgn="b"/>
                      <a:r>
                        <a:rPr lang="en-AU" sz="1400" b="0" i="0" u="none" strike="noStrike" dirty="0">
                          <a:solidFill>
                            <a:srgbClr val="000000"/>
                          </a:solidFill>
                          <a:effectLst/>
                          <a:latin typeface="Aptos Narrow" panose="020B0004020202020204" pitchFamily="34" charset="0"/>
                        </a:rPr>
                        <a:t>CSE is on time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positive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5169164"/>
                  </a:ext>
                </a:extLst>
              </a:tr>
              <a:tr h="203200">
                <a:tc>
                  <a:txBody>
                    <a:bodyPr/>
                    <a:lstStyle/>
                    <a:p>
                      <a:pPr algn="l" fontAlgn="b"/>
                      <a:r>
                        <a:rPr lang="en-AU" sz="1400" b="0" i="0" u="none" strike="noStrike" dirty="0">
                          <a:solidFill>
                            <a:srgbClr val="000000"/>
                          </a:solidFill>
                          <a:effectLst/>
                          <a:latin typeface="Aptos Narrow" panose="020B0004020202020204" pitchFamily="34" charset="0"/>
                        </a:rPr>
                        <a:t>Don't send the same Engineer again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negative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7886319"/>
                  </a:ext>
                </a:extLst>
              </a:tr>
              <a:tr h="203200">
                <a:tc>
                  <a:txBody>
                    <a:bodyPr/>
                    <a:lstStyle/>
                    <a:p>
                      <a:pPr algn="l" fontAlgn="b"/>
                      <a:r>
                        <a:rPr lang="en-AU" sz="1400" b="0" i="0" u="none" strike="noStrike" dirty="0">
                          <a:solidFill>
                            <a:srgbClr val="000000"/>
                          </a:solidFill>
                          <a:effectLst/>
                          <a:latin typeface="Aptos Narrow" panose="020B0004020202020204" pitchFamily="34" charset="0"/>
                        </a:rPr>
                        <a:t>Can't wait anymore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400" b="0" i="0" u="none" strike="noStrike" dirty="0">
                          <a:solidFill>
                            <a:srgbClr val="000000"/>
                          </a:solidFill>
                          <a:effectLst/>
                          <a:latin typeface="Aptos Narrow" panose="020B0004020202020204" pitchFamily="34" charset="0"/>
                        </a:rPr>
                        <a:t>negative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5294208"/>
                  </a:ext>
                </a:extLst>
              </a:tr>
            </a:tbl>
          </a:graphicData>
        </a:graphic>
      </p:graphicFrame>
    </p:spTree>
    <p:extLst>
      <p:ext uri="{BB962C8B-B14F-4D97-AF65-F5344CB8AC3E}">
        <p14:creationId xmlns:p14="http://schemas.microsoft.com/office/powerpoint/2010/main" val="2491366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9E35-C6FD-4F6B-0B66-52737C6582D0}"/>
              </a:ext>
            </a:extLst>
          </p:cNvPr>
          <p:cNvSpPr>
            <a:spLocks noGrp="1"/>
          </p:cNvSpPr>
          <p:nvPr>
            <p:ph type="title"/>
          </p:nvPr>
        </p:nvSpPr>
        <p:spPr>
          <a:xfrm>
            <a:off x="1655241" y="2684507"/>
            <a:ext cx="8784977" cy="1075721"/>
          </a:xfrm>
        </p:spPr>
        <p:txBody>
          <a:bodyPr/>
          <a:lstStyle/>
          <a:p>
            <a:pPr algn="l"/>
            <a:r>
              <a:rPr lang="en-AU" sz="2000" dirty="0"/>
              <a:t>Question 5:</a:t>
            </a:r>
            <a:br>
              <a:rPr lang="en-AU" sz="2000" dirty="0"/>
            </a:br>
            <a:r>
              <a:rPr lang="en-AU" sz="2000" b="0" i="0" dirty="0">
                <a:effectLst/>
                <a:latin typeface="+mn-lt"/>
              </a:rPr>
              <a:t>What does GPT stand for?</a:t>
            </a:r>
            <a:br>
              <a:rPr lang="en-AU" sz="2000" b="0" i="0" dirty="0">
                <a:effectLst/>
                <a:latin typeface="+mn-lt"/>
              </a:rPr>
            </a:br>
            <a:endParaRPr lang="en-AU" sz="2000" dirty="0"/>
          </a:p>
        </p:txBody>
      </p:sp>
      <p:sp>
        <p:nvSpPr>
          <p:cNvPr id="3" name="Text Placeholder 2">
            <a:extLst>
              <a:ext uri="{FF2B5EF4-FFF2-40B4-BE49-F238E27FC236}">
                <a16:creationId xmlns:a16="http://schemas.microsoft.com/office/drawing/2014/main" id="{57E00EC5-0A1B-628A-5461-95191E588612}"/>
              </a:ext>
            </a:extLst>
          </p:cNvPr>
          <p:cNvSpPr>
            <a:spLocks noGrp="1"/>
          </p:cNvSpPr>
          <p:nvPr>
            <p:ph type="body" idx="1"/>
          </p:nvPr>
        </p:nvSpPr>
        <p:spPr/>
        <p:txBody>
          <a:bodyPr/>
          <a:lstStyle/>
          <a:p>
            <a:r>
              <a:rPr lang="en-AU" sz="1600" dirty="0"/>
              <a:t>Type your answer in Meeting Chat</a:t>
            </a:r>
          </a:p>
        </p:txBody>
      </p:sp>
    </p:spTree>
    <p:extLst>
      <p:ext uri="{BB962C8B-B14F-4D97-AF65-F5344CB8AC3E}">
        <p14:creationId xmlns:p14="http://schemas.microsoft.com/office/powerpoint/2010/main" val="733795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311008-DBC7-BBC2-FA52-2999D97C5B8F}"/>
              </a:ext>
            </a:extLst>
          </p:cNvPr>
          <p:cNvSpPr>
            <a:spLocks noGrp="1"/>
          </p:cNvSpPr>
          <p:nvPr>
            <p:ph type="sldNum" sz="quarter" idx="10"/>
          </p:nvPr>
        </p:nvSpPr>
        <p:spPr/>
        <p:txBody>
          <a:bodyPr/>
          <a:lstStyle/>
          <a:p>
            <a:fld id="{9FB9FBB1-FD5B-41A6-B84B-A229A6B4BB39}" type="slidenum">
              <a:rPr lang="en-US" altLang="ja-JP" smtClean="0"/>
              <a:pPr/>
              <a:t>24</a:t>
            </a:fld>
            <a:endParaRPr lang="en-US" dirty="0"/>
          </a:p>
        </p:txBody>
      </p:sp>
      <p:sp>
        <p:nvSpPr>
          <p:cNvPr id="3" name="Text Placeholder 2">
            <a:extLst>
              <a:ext uri="{FF2B5EF4-FFF2-40B4-BE49-F238E27FC236}">
                <a16:creationId xmlns:a16="http://schemas.microsoft.com/office/drawing/2014/main" id="{6EC255E3-665F-2286-CC9B-0B685BF971AF}"/>
              </a:ext>
            </a:extLst>
          </p:cNvPr>
          <p:cNvSpPr>
            <a:spLocks noGrp="1"/>
          </p:cNvSpPr>
          <p:nvPr>
            <p:ph type="body" sz="quarter" idx="11"/>
          </p:nvPr>
        </p:nvSpPr>
        <p:spPr/>
        <p:txBody>
          <a:bodyPr/>
          <a:lstStyle/>
          <a:p>
            <a:r>
              <a:rPr lang="en-AU" b="1" dirty="0"/>
              <a:t>Explanation:</a:t>
            </a:r>
            <a:endParaRPr lang="en-AU" dirty="0"/>
          </a:p>
          <a:p>
            <a:pPr algn="l"/>
            <a:r>
              <a:rPr lang="en-AU" dirty="0"/>
              <a:t>GPT stands for Generative Pre-trained Transformer:</a:t>
            </a:r>
          </a:p>
          <a:p>
            <a:pPr algn="l"/>
            <a:endParaRPr lang="en-AU" dirty="0"/>
          </a:p>
          <a:p>
            <a:pPr algn="l"/>
            <a:r>
              <a:rPr lang="en-AU" dirty="0"/>
              <a:t>Generative: GPT can produce (generate) text, completing sentences, answering questions, translating languages, and even creating creative content like stories or poems.</a:t>
            </a:r>
          </a:p>
          <a:p>
            <a:pPr algn="l"/>
            <a:endParaRPr lang="en-AU" dirty="0"/>
          </a:p>
          <a:p>
            <a:pPr algn="l"/>
            <a:r>
              <a:rPr lang="en-AU" dirty="0"/>
              <a:t>Pre-trained: Before you use GPT, it is trained on a huge dataset of text from books, articles, websites, and more. This pre-training helps it understand language patterns and context.</a:t>
            </a:r>
          </a:p>
          <a:p>
            <a:pPr algn="l"/>
            <a:endParaRPr lang="en-AU" dirty="0"/>
          </a:p>
          <a:p>
            <a:pPr algn="l"/>
            <a:r>
              <a:rPr lang="en-AU" dirty="0"/>
              <a:t>Transformer: This refers to the specific neural network architecture GPT uses. Transformers excel at processing sequential data, like sentences, and capturing relationships between words.</a:t>
            </a:r>
          </a:p>
          <a:p>
            <a:pPr algn="l"/>
            <a:endParaRPr lang="en-AU" dirty="0"/>
          </a:p>
          <a:p>
            <a:pPr algn="l"/>
            <a:endParaRPr lang="en-AU" dirty="0"/>
          </a:p>
          <a:p>
            <a:pPr algn="l"/>
            <a:br>
              <a:rPr lang="en-AU" dirty="0"/>
            </a:br>
            <a:endParaRPr lang="en-AU" dirty="0"/>
          </a:p>
        </p:txBody>
      </p:sp>
      <p:sp>
        <p:nvSpPr>
          <p:cNvPr id="4" name="Title 3">
            <a:extLst>
              <a:ext uri="{FF2B5EF4-FFF2-40B4-BE49-F238E27FC236}">
                <a16:creationId xmlns:a16="http://schemas.microsoft.com/office/drawing/2014/main" id="{ED84EF9A-7F4F-E29E-6784-7E35D464596A}"/>
              </a:ext>
            </a:extLst>
          </p:cNvPr>
          <p:cNvSpPr>
            <a:spLocks noGrp="1"/>
          </p:cNvSpPr>
          <p:nvPr>
            <p:ph type="title"/>
          </p:nvPr>
        </p:nvSpPr>
        <p:spPr/>
        <p:txBody>
          <a:bodyPr/>
          <a:lstStyle/>
          <a:p>
            <a:r>
              <a:rPr lang="en-AU" b="1" dirty="0"/>
              <a:t>Answer</a:t>
            </a:r>
          </a:p>
        </p:txBody>
      </p:sp>
    </p:spTree>
    <p:extLst>
      <p:ext uri="{BB962C8B-B14F-4D97-AF65-F5344CB8AC3E}">
        <p14:creationId xmlns:p14="http://schemas.microsoft.com/office/powerpoint/2010/main" val="2859142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9E35-C6FD-4F6B-0B66-52737C6582D0}"/>
              </a:ext>
            </a:extLst>
          </p:cNvPr>
          <p:cNvSpPr>
            <a:spLocks noGrp="1"/>
          </p:cNvSpPr>
          <p:nvPr>
            <p:ph type="title"/>
          </p:nvPr>
        </p:nvSpPr>
        <p:spPr>
          <a:xfrm>
            <a:off x="1655241" y="2684507"/>
            <a:ext cx="8784977" cy="1075721"/>
          </a:xfrm>
        </p:spPr>
        <p:txBody>
          <a:bodyPr/>
          <a:lstStyle/>
          <a:p>
            <a:pPr algn="l"/>
            <a:r>
              <a:rPr lang="en-AU" sz="2000" dirty="0"/>
              <a:t>Question 6:</a:t>
            </a:r>
            <a:br>
              <a:rPr lang="en-AU" sz="2000" dirty="0"/>
            </a:br>
            <a:r>
              <a:rPr lang="en-AU" sz="2000" b="0" i="0" dirty="0">
                <a:effectLst/>
                <a:latin typeface="+mn-lt"/>
              </a:rPr>
              <a:t>How many tokens does this sentence contain?</a:t>
            </a:r>
            <a:br>
              <a:rPr lang="en-AU" sz="2000" dirty="0">
                <a:latin typeface="+mn-lt"/>
              </a:rPr>
            </a:br>
            <a:br>
              <a:rPr lang="en-AU" sz="2000" dirty="0"/>
            </a:br>
            <a:r>
              <a:rPr lang="en-AU" sz="2000" b="0" i="0" dirty="0">
                <a:effectLst/>
                <a:latin typeface="+mn-lt"/>
              </a:rPr>
              <a:t>Fujifilm printer status is active</a:t>
            </a:r>
            <a:endParaRPr lang="en-AU" sz="2000" dirty="0"/>
          </a:p>
        </p:txBody>
      </p:sp>
      <p:sp>
        <p:nvSpPr>
          <p:cNvPr id="3" name="Text Placeholder 2">
            <a:extLst>
              <a:ext uri="{FF2B5EF4-FFF2-40B4-BE49-F238E27FC236}">
                <a16:creationId xmlns:a16="http://schemas.microsoft.com/office/drawing/2014/main" id="{57E00EC5-0A1B-628A-5461-95191E588612}"/>
              </a:ext>
            </a:extLst>
          </p:cNvPr>
          <p:cNvSpPr>
            <a:spLocks noGrp="1"/>
          </p:cNvSpPr>
          <p:nvPr>
            <p:ph type="body" idx="1"/>
          </p:nvPr>
        </p:nvSpPr>
        <p:spPr/>
        <p:txBody>
          <a:bodyPr/>
          <a:lstStyle/>
          <a:p>
            <a:r>
              <a:rPr lang="en-AU" sz="1600" dirty="0"/>
              <a:t>Type your answer in Meeting Chat</a:t>
            </a:r>
          </a:p>
        </p:txBody>
      </p:sp>
    </p:spTree>
    <p:extLst>
      <p:ext uri="{BB962C8B-B14F-4D97-AF65-F5344CB8AC3E}">
        <p14:creationId xmlns:p14="http://schemas.microsoft.com/office/powerpoint/2010/main" val="1947924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311008-DBC7-BBC2-FA52-2999D97C5B8F}"/>
              </a:ext>
            </a:extLst>
          </p:cNvPr>
          <p:cNvSpPr>
            <a:spLocks noGrp="1"/>
          </p:cNvSpPr>
          <p:nvPr>
            <p:ph type="sldNum" sz="quarter" idx="10"/>
          </p:nvPr>
        </p:nvSpPr>
        <p:spPr/>
        <p:txBody>
          <a:bodyPr/>
          <a:lstStyle/>
          <a:p>
            <a:fld id="{9FB9FBB1-FD5B-41A6-B84B-A229A6B4BB39}" type="slidenum">
              <a:rPr lang="en-US" altLang="ja-JP" smtClean="0"/>
              <a:pPr/>
              <a:t>26</a:t>
            </a:fld>
            <a:endParaRPr lang="en-US" dirty="0"/>
          </a:p>
        </p:txBody>
      </p:sp>
      <p:sp>
        <p:nvSpPr>
          <p:cNvPr id="3" name="Text Placeholder 2">
            <a:extLst>
              <a:ext uri="{FF2B5EF4-FFF2-40B4-BE49-F238E27FC236}">
                <a16:creationId xmlns:a16="http://schemas.microsoft.com/office/drawing/2014/main" id="{6EC255E3-665F-2286-CC9B-0B685BF971AF}"/>
              </a:ext>
            </a:extLst>
          </p:cNvPr>
          <p:cNvSpPr>
            <a:spLocks noGrp="1"/>
          </p:cNvSpPr>
          <p:nvPr>
            <p:ph type="body" sz="quarter" idx="11"/>
          </p:nvPr>
        </p:nvSpPr>
        <p:spPr/>
        <p:txBody>
          <a:bodyPr/>
          <a:lstStyle/>
          <a:p>
            <a:r>
              <a:rPr lang="en-AU" b="1" dirty="0"/>
              <a:t>Explanation:</a:t>
            </a:r>
            <a:endParaRPr lang="en-AU" dirty="0"/>
          </a:p>
          <a:p>
            <a:pPr algn="l"/>
            <a:r>
              <a:rPr lang="en-AU" dirty="0"/>
              <a:t>"Fujifilm printer status is active"</a:t>
            </a:r>
          </a:p>
          <a:p>
            <a:pPr algn="l"/>
            <a:r>
              <a:rPr lang="en-AU" dirty="0"/>
              <a:t>Contains 5 tokens when tokenized by most common tokenizers used in LLM’s like OpenAI’s GPT.</a:t>
            </a:r>
          </a:p>
          <a:p>
            <a:pPr algn="l"/>
            <a:r>
              <a:rPr lang="en-AU" dirty="0"/>
              <a:t>"Fujifilm"</a:t>
            </a:r>
          </a:p>
          <a:p>
            <a:pPr algn="l"/>
            <a:r>
              <a:rPr lang="en-AU" dirty="0"/>
              <a:t>"printer"</a:t>
            </a:r>
          </a:p>
          <a:p>
            <a:pPr algn="l"/>
            <a:r>
              <a:rPr lang="en-AU" dirty="0"/>
              <a:t>"status"</a:t>
            </a:r>
          </a:p>
          <a:p>
            <a:pPr algn="l"/>
            <a:r>
              <a:rPr lang="en-AU" dirty="0"/>
              <a:t>"is"</a:t>
            </a:r>
          </a:p>
          <a:p>
            <a:pPr algn="l"/>
            <a:r>
              <a:rPr lang="en-AU" dirty="0"/>
              <a:t>"active“ </a:t>
            </a:r>
          </a:p>
          <a:p>
            <a:pPr algn="l"/>
            <a:endParaRPr lang="en-AU" dirty="0"/>
          </a:p>
          <a:p>
            <a:pPr algn="l"/>
            <a:r>
              <a:rPr lang="en-AU" dirty="0"/>
              <a:t>Each word here corresponds to one token because they are common words without punctuation or compound forms.</a:t>
            </a:r>
          </a:p>
          <a:p>
            <a:pPr algn="l"/>
            <a:endParaRPr lang="en-AU" dirty="0"/>
          </a:p>
          <a:p>
            <a:pPr algn="l"/>
            <a:r>
              <a:rPr lang="en-AU" dirty="0"/>
              <a:t># Choose encoding - use "gpt2" encoding for GPT-3/GPT-4 models</a:t>
            </a:r>
          </a:p>
          <a:p>
            <a:pPr algn="l"/>
            <a:r>
              <a:rPr lang="en-AU" dirty="0"/>
              <a:t>encoding = </a:t>
            </a:r>
            <a:r>
              <a:rPr lang="en-AU" dirty="0" err="1"/>
              <a:t>tiktoken.get_encoding</a:t>
            </a:r>
            <a:r>
              <a:rPr lang="en-AU" dirty="0"/>
              <a:t>("gpt2")</a:t>
            </a:r>
          </a:p>
          <a:p>
            <a:pPr algn="l"/>
            <a:r>
              <a:rPr lang="en-AU" dirty="0"/>
              <a:t>sentence = "Fujifilm printer status is active"</a:t>
            </a:r>
          </a:p>
          <a:p>
            <a:pPr algn="l"/>
            <a:r>
              <a:rPr lang="en-AU" dirty="0"/>
              <a:t>tokens = </a:t>
            </a:r>
            <a:r>
              <a:rPr lang="en-AU" dirty="0" err="1"/>
              <a:t>encoding.encode</a:t>
            </a:r>
            <a:r>
              <a:rPr lang="en-AU" dirty="0"/>
              <a:t>(sentence)</a:t>
            </a:r>
          </a:p>
          <a:p>
            <a:pPr algn="l"/>
            <a:r>
              <a:rPr lang="en-AU" b="1" dirty="0"/>
              <a:t>Tokens: [10938, 17894, 3626, 318, 437]</a:t>
            </a:r>
          </a:p>
          <a:p>
            <a:pPr algn="l"/>
            <a:r>
              <a:rPr lang="en-AU" b="1" dirty="0"/>
              <a:t>Number of tokens: 5</a:t>
            </a:r>
          </a:p>
          <a:p>
            <a:pPr algn="l"/>
            <a:endParaRPr lang="en-AU" dirty="0"/>
          </a:p>
          <a:p>
            <a:pPr algn="l"/>
            <a:br>
              <a:rPr lang="en-AU" dirty="0"/>
            </a:br>
            <a:endParaRPr lang="en-AU" dirty="0"/>
          </a:p>
        </p:txBody>
      </p:sp>
      <p:sp>
        <p:nvSpPr>
          <p:cNvPr id="4" name="Title 3">
            <a:extLst>
              <a:ext uri="{FF2B5EF4-FFF2-40B4-BE49-F238E27FC236}">
                <a16:creationId xmlns:a16="http://schemas.microsoft.com/office/drawing/2014/main" id="{ED84EF9A-7F4F-E29E-6784-7E35D464596A}"/>
              </a:ext>
            </a:extLst>
          </p:cNvPr>
          <p:cNvSpPr>
            <a:spLocks noGrp="1"/>
          </p:cNvSpPr>
          <p:nvPr>
            <p:ph type="title"/>
          </p:nvPr>
        </p:nvSpPr>
        <p:spPr/>
        <p:txBody>
          <a:bodyPr/>
          <a:lstStyle/>
          <a:p>
            <a:r>
              <a:rPr lang="en-AU" b="1" dirty="0"/>
              <a:t>Answer</a:t>
            </a:r>
          </a:p>
        </p:txBody>
      </p:sp>
    </p:spTree>
    <p:extLst>
      <p:ext uri="{BB962C8B-B14F-4D97-AF65-F5344CB8AC3E}">
        <p14:creationId xmlns:p14="http://schemas.microsoft.com/office/powerpoint/2010/main" val="770264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5F046E-8A85-4CC9-A410-0773217869D2}"/>
              </a:ext>
            </a:extLst>
          </p:cNvPr>
          <p:cNvSpPr>
            <a:spLocks noGrp="1"/>
          </p:cNvSpPr>
          <p:nvPr>
            <p:ph type="sldNum" sz="quarter" idx="10"/>
          </p:nvPr>
        </p:nvSpPr>
        <p:spPr/>
        <p:txBody>
          <a:bodyPr/>
          <a:lstStyle/>
          <a:p>
            <a:fld id="{9FB9FBB1-FD5B-41A6-B84B-A229A6B4BB39}" type="slidenum">
              <a:rPr lang="en-US" altLang="ja-JP" smtClean="0"/>
              <a:pPr/>
              <a:t>27</a:t>
            </a:fld>
            <a:endParaRPr lang="en-US" dirty="0"/>
          </a:p>
        </p:txBody>
      </p:sp>
      <p:sp>
        <p:nvSpPr>
          <p:cNvPr id="3" name="Text Placeholder 2">
            <a:extLst>
              <a:ext uri="{FF2B5EF4-FFF2-40B4-BE49-F238E27FC236}">
                <a16:creationId xmlns:a16="http://schemas.microsoft.com/office/drawing/2014/main" id="{F90052BE-4E85-94CE-17FA-EA6A3E172913}"/>
              </a:ext>
            </a:extLst>
          </p:cNvPr>
          <p:cNvSpPr>
            <a:spLocks noGrp="1"/>
          </p:cNvSpPr>
          <p:nvPr>
            <p:ph type="body" sz="quarter" idx="11"/>
          </p:nvPr>
        </p:nvSpPr>
        <p:spPr/>
        <p:txBody>
          <a:bodyPr/>
          <a:lstStyle/>
          <a:p>
            <a:r>
              <a:rPr lang="en-AU" b="1" dirty="0"/>
              <a:t>Definition:</a:t>
            </a:r>
          </a:p>
          <a:p>
            <a:r>
              <a:rPr lang="en-AU" dirty="0"/>
              <a:t>A prompt is the input or instruction given to an AI model to generate a response.</a:t>
            </a:r>
          </a:p>
          <a:p>
            <a:r>
              <a:rPr lang="en-AU" dirty="0"/>
              <a:t> </a:t>
            </a:r>
          </a:p>
          <a:p>
            <a:r>
              <a:rPr lang="en-AU" b="1" dirty="0"/>
              <a:t>Purpose:</a:t>
            </a:r>
          </a:p>
          <a:p>
            <a:r>
              <a:rPr lang="en-AU" dirty="0"/>
              <a:t>Guides the model to produce relevant and meaningful output.</a:t>
            </a:r>
          </a:p>
          <a:p>
            <a:endParaRPr lang="en-AU" dirty="0"/>
          </a:p>
          <a:p>
            <a:r>
              <a:rPr lang="en-AU" b="1" dirty="0"/>
              <a:t>Why are Prompts Important?</a:t>
            </a:r>
          </a:p>
          <a:p>
            <a:r>
              <a:rPr lang="en-AU" dirty="0"/>
              <a:t>Good prompts lead to better answers and clearer communication.</a:t>
            </a:r>
          </a:p>
          <a:p>
            <a:endParaRPr lang="en-AU" dirty="0"/>
          </a:p>
          <a:p>
            <a:r>
              <a:rPr lang="en-AU" b="1" dirty="0"/>
              <a:t>Types of prompts:</a:t>
            </a:r>
          </a:p>
          <a:p>
            <a:r>
              <a:rPr lang="en-AU" dirty="0"/>
              <a:t>Questions</a:t>
            </a:r>
          </a:p>
          <a:p>
            <a:r>
              <a:rPr lang="en-AU" dirty="0"/>
              <a:t>Statements </a:t>
            </a:r>
          </a:p>
          <a:p>
            <a:r>
              <a:rPr lang="en-AU" dirty="0"/>
              <a:t>Commands</a:t>
            </a:r>
          </a:p>
          <a:p>
            <a:r>
              <a:rPr lang="en-AU" dirty="0"/>
              <a:t>Context + request</a:t>
            </a:r>
          </a:p>
          <a:p>
            <a:r>
              <a:rPr lang="en-AU" dirty="0"/>
              <a:t>Examples + instructions</a:t>
            </a:r>
          </a:p>
          <a:p>
            <a:r>
              <a:rPr lang="en-AU" dirty="0"/>
              <a:t>Any kind of text that guides the AI on what kind of output you want. </a:t>
            </a:r>
          </a:p>
          <a:p>
            <a:endParaRPr lang="en-AU" dirty="0"/>
          </a:p>
          <a:p>
            <a:endParaRPr lang="en-AU" dirty="0"/>
          </a:p>
          <a:p>
            <a:endParaRPr lang="en-AU" dirty="0"/>
          </a:p>
        </p:txBody>
      </p:sp>
      <p:sp>
        <p:nvSpPr>
          <p:cNvPr id="4" name="Title 3">
            <a:extLst>
              <a:ext uri="{FF2B5EF4-FFF2-40B4-BE49-F238E27FC236}">
                <a16:creationId xmlns:a16="http://schemas.microsoft.com/office/drawing/2014/main" id="{B4F5407B-8607-2EF0-7BA7-95C3282A220F}"/>
              </a:ext>
            </a:extLst>
          </p:cNvPr>
          <p:cNvSpPr>
            <a:spLocks noGrp="1"/>
          </p:cNvSpPr>
          <p:nvPr>
            <p:ph type="title"/>
          </p:nvPr>
        </p:nvSpPr>
        <p:spPr/>
        <p:txBody>
          <a:bodyPr/>
          <a:lstStyle/>
          <a:p>
            <a:r>
              <a:rPr lang="en-AU" b="1" dirty="0"/>
              <a:t>Introduction to Prompts</a:t>
            </a:r>
          </a:p>
        </p:txBody>
      </p:sp>
    </p:spTree>
    <p:extLst>
      <p:ext uri="{BB962C8B-B14F-4D97-AF65-F5344CB8AC3E}">
        <p14:creationId xmlns:p14="http://schemas.microsoft.com/office/powerpoint/2010/main" val="664558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5F046E-8A85-4CC9-A410-0773217869D2}"/>
              </a:ext>
            </a:extLst>
          </p:cNvPr>
          <p:cNvSpPr>
            <a:spLocks noGrp="1"/>
          </p:cNvSpPr>
          <p:nvPr>
            <p:ph type="sldNum" sz="quarter" idx="10"/>
          </p:nvPr>
        </p:nvSpPr>
        <p:spPr/>
        <p:txBody>
          <a:bodyPr/>
          <a:lstStyle/>
          <a:p>
            <a:fld id="{9FB9FBB1-FD5B-41A6-B84B-A229A6B4BB39}" type="slidenum">
              <a:rPr lang="en-US" altLang="ja-JP" smtClean="0"/>
              <a:pPr/>
              <a:t>28</a:t>
            </a:fld>
            <a:endParaRPr lang="en-US" dirty="0"/>
          </a:p>
        </p:txBody>
      </p:sp>
      <p:sp>
        <p:nvSpPr>
          <p:cNvPr id="3" name="Text Placeholder 2">
            <a:extLst>
              <a:ext uri="{FF2B5EF4-FFF2-40B4-BE49-F238E27FC236}">
                <a16:creationId xmlns:a16="http://schemas.microsoft.com/office/drawing/2014/main" id="{F90052BE-4E85-94CE-17FA-EA6A3E172913}"/>
              </a:ext>
            </a:extLst>
          </p:cNvPr>
          <p:cNvSpPr>
            <a:spLocks noGrp="1"/>
          </p:cNvSpPr>
          <p:nvPr>
            <p:ph type="body" sz="quarter" idx="11"/>
          </p:nvPr>
        </p:nvSpPr>
        <p:spPr/>
        <p:txBody>
          <a:bodyPr/>
          <a:lstStyle/>
          <a:p>
            <a:r>
              <a:rPr lang="en-AU" b="1" dirty="0"/>
              <a:t>a) Questions</a:t>
            </a:r>
          </a:p>
          <a:p>
            <a:r>
              <a:rPr lang="en-AU" dirty="0"/>
              <a:t>Used to request information or clarification. Usually end with a question mark (?)</a:t>
            </a:r>
          </a:p>
          <a:p>
            <a:r>
              <a:rPr lang="en-AU" dirty="0"/>
              <a:t>Examples: "What is the warranty period for Fujifilm printers?"</a:t>
            </a:r>
          </a:p>
          <a:p>
            <a:r>
              <a:rPr lang="en-AU" dirty="0"/>
              <a:t>	"How do I set up Wi-Fi on my Fujifilm printer?“</a:t>
            </a:r>
          </a:p>
          <a:p>
            <a:r>
              <a:rPr lang="en-AU" b="1" dirty="0"/>
              <a:t>b) Statements</a:t>
            </a:r>
          </a:p>
          <a:p>
            <a:r>
              <a:rPr lang="en-AU" dirty="0"/>
              <a:t>Used to provide information or facts. Typically, declarative sentences.</a:t>
            </a:r>
          </a:p>
          <a:p>
            <a:r>
              <a:rPr lang="en-AU" dirty="0"/>
              <a:t>Examples: "Fujifilm printers support duplex printing as a standard feature."</a:t>
            </a:r>
          </a:p>
          <a:p>
            <a:r>
              <a:rPr lang="en-AU" dirty="0"/>
              <a:t>	"The ApeosPort series is suitable for medium to large offices.“</a:t>
            </a:r>
          </a:p>
          <a:p>
            <a:r>
              <a:rPr lang="en-AU" b="1" dirty="0"/>
              <a:t>c) Commands</a:t>
            </a:r>
          </a:p>
          <a:p>
            <a:r>
              <a:rPr lang="en-AU" dirty="0"/>
              <a:t>Instructions telling what action to perform. Often start with a verb.</a:t>
            </a:r>
          </a:p>
          <a:p>
            <a:r>
              <a:rPr lang="en-AU" dirty="0"/>
              <a:t>Examples: "Print 20 copies of this report."</a:t>
            </a:r>
          </a:p>
          <a:p>
            <a:r>
              <a:rPr lang="en-AU" dirty="0"/>
              <a:t>	"Scan the document and email it to the HR department.“</a:t>
            </a:r>
          </a:p>
          <a:p>
            <a:r>
              <a:rPr lang="en-AU" b="1" dirty="0"/>
              <a:t>d) Context + Request</a:t>
            </a:r>
          </a:p>
          <a:p>
            <a:r>
              <a:rPr lang="en-AU" dirty="0"/>
              <a:t>Provides background information to clarify a request or question. </a:t>
            </a:r>
          </a:p>
          <a:p>
            <a:r>
              <a:rPr lang="en-AU" dirty="0"/>
              <a:t>Examples: "Our office prints about 500 pages daily. Can you suggest a Fujifilm printer model that fits this volume?"</a:t>
            </a:r>
          </a:p>
          <a:p>
            <a:r>
              <a:rPr lang="en-AU" dirty="0"/>
              <a:t>"We need secure printing capabilities because we handle confidential documents. What options does Fujifilm offer?"</a:t>
            </a:r>
          </a:p>
        </p:txBody>
      </p:sp>
      <p:sp>
        <p:nvSpPr>
          <p:cNvPr id="4" name="Title 3">
            <a:extLst>
              <a:ext uri="{FF2B5EF4-FFF2-40B4-BE49-F238E27FC236}">
                <a16:creationId xmlns:a16="http://schemas.microsoft.com/office/drawing/2014/main" id="{B4F5407B-8607-2EF0-7BA7-95C3282A220F}"/>
              </a:ext>
            </a:extLst>
          </p:cNvPr>
          <p:cNvSpPr>
            <a:spLocks noGrp="1"/>
          </p:cNvSpPr>
          <p:nvPr>
            <p:ph type="title"/>
          </p:nvPr>
        </p:nvSpPr>
        <p:spPr/>
        <p:txBody>
          <a:bodyPr/>
          <a:lstStyle/>
          <a:p>
            <a:r>
              <a:rPr lang="en-AU" b="1" dirty="0"/>
              <a:t>Types of Prompts and Examples</a:t>
            </a:r>
          </a:p>
        </p:txBody>
      </p:sp>
    </p:spTree>
    <p:extLst>
      <p:ext uri="{BB962C8B-B14F-4D97-AF65-F5344CB8AC3E}">
        <p14:creationId xmlns:p14="http://schemas.microsoft.com/office/powerpoint/2010/main" val="3030200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9CDAAB-72FC-C10D-49DA-73E7166DC793}"/>
              </a:ext>
            </a:extLst>
          </p:cNvPr>
          <p:cNvSpPr>
            <a:spLocks noGrp="1"/>
          </p:cNvSpPr>
          <p:nvPr>
            <p:ph type="sldNum" sz="quarter" idx="10"/>
          </p:nvPr>
        </p:nvSpPr>
        <p:spPr/>
        <p:txBody>
          <a:bodyPr/>
          <a:lstStyle/>
          <a:p>
            <a:fld id="{9FB9FBB1-FD5B-41A6-B84B-A229A6B4BB39}" type="slidenum">
              <a:rPr lang="en-US" altLang="ja-JP" smtClean="0"/>
              <a:pPr/>
              <a:t>29</a:t>
            </a:fld>
            <a:endParaRPr lang="en-US" dirty="0"/>
          </a:p>
        </p:txBody>
      </p:sp>
      <p:sp>
        <p:nvSpPr>
          <p:cNvPr id="3" name="Text Placeholder 2">
            <a:extLst>
              <a:ext uri="{FF2B5EF4-FFF2-40B4-BE49-F238E27FC236}">
                <a16:creationId xmlns:a16="http://schemas.microsoft.com/office/drawing/2014/main" id="{613B3EBD-B46A-8031-397F-4839E93FB801}"/>
              </a:ext>
            </a:extLst>
          </p:cNvPr>
          <p:cNvSpPr>
            <a:spLocks noGrp="1"/>
          </p:cNvSpPr>
          <p:nvPr>
            <p:ph type="body" sz="quarter" idx="11"/>
          </p:nvPr>
        </p:nvSpPr>
        <p:spPr>
          <a:xfrm>
            <a:off x="575123" y="1025848"/>
            <a:ext cx="9809548" cy="4752528"/>
          </a:xfrm>
        </p:spPr>
        <p:txBody>
          <a:bodyPr/>
          <a:lstStyle/>
          <a:p>
            <a:r>
              <a:rPr lang="en-AU" b="1" dirty="0"/>
              <a:t>Below is a comprehensive example including SQL join query across multiple tables with the requested fields and Output– Generate a report with list of Machines in Field(MIF)</a:t>
            </a:r>
          </a:p>
          <a:p>
            <a:endParaRPr lang="en-AU" dirty="0"/>
          </a:p>
          <a:p>
            <a:r>
              <a:rPr lang="en-AU" dirty="0"/>
              <a:t>SELECT   c.CompanyName,   p.Model AS PrinterModel,   p.SerialNumber,   p.InstalledDate,   p.Status AS MachineStatus, ctr.ContractType,   mr1.MeterValue AS M1_Value,   mr2.MeterValue AS M2_Value,</a:t>
            </a:r>
          </a:p>
          <a:p>
            <a:r>
              <a:rPr lang="en-AU" dirty="0"/>
              <a:t>  mr3.MeterValue AS M3_Value,   c.PreferredEngineer</a:t>
            </a:r>
          </a:p>
          <a:p>
            <a:r>
              <a:rPr lang="en-AU" dirty="0"/>
              <a:t>FROM Customers c</a:t>
            </a:r>
          </a:p>
          <a:p>
            <a:r>
              <a:rPr lang="en-AU" dirty="0"/>
              <a:t>JOIN Printers p ON c.CustomerID = p.CustomerID</a:t>
            </a:r>
          </a:p>
          <a:p>
            <a:r>
              <a:rPr lang="en-AU" dirty="0"/>
              <a:t>LEFT JOIN Contracts ctr ON p.PrinterID = ctr.PrinterID</a:t>
            </a:r>
          </a:p>
          <a:p>
            <a:r>
              <a:rPr lang="en-AU" dirty="0"/>
              <a:t>LEFT JOIN MeterReadings mr1 ON p.PrinterID = mr1.PrinterID AND mr1.MeterType = 'M1'</a:t>
            </a:r>
          </a:p>
          <a:p>
            <a:r>
              <a:rPr lang="en-AU" dirty="0"/>
              <a:t>LEFT JOIN MeterReadings mr2 ON p.PrinterID = mr2.PrinterID AND mr2.MeterType = 'M2’</a:t>
            </a:r>
          </a:p>
          <a:p>
            <a:r>
              <a:rPr lang="en-AU" dirty="0"/>
              <a:t>LEFT JOIN MeterReadings mr3 ON p.PrinterID = mr3.PrinterID AND mr3.MeterType = 'M3'</a:t>
            </a:r>
          </a:p>
          <a:p>
            <a:r>
              <a:rPr lang="en-AU" dirty="0"/>
              <a:t>WHERE p.Status = 'Active’;</a:t>
            </a:r>
          </a:p>
          <a:p>
            <a:r>
              <a:rPr lang="en-AU" b="1" dirty="0"/>
              <a:t>Output:</a:t>
            </a:r>
          </a:p>
          <a:p>
            <a:endParaRPr lang="en-AU" dirty="0"/>
          </a:p>
          <a:p>
            <a:endParaRPr lang="en-AU" dirty="0"/>
          </a:p>
        </p:txBody>
      </p:sp>
      <p:sp>
        <p:nvSpPr>
          <p:cNvPr id="4" name="Title 3">
            <a:extLst>
              <a:ext uri="{FF2B5EF4-FFF2-40B4-BE49-F238E27FC236}">
                <a16:creationId xmlns:a16="http://schemas.microsoft.com/office/drawing/2014/main" id="{32F3DB17-1CB0-3C24-E22D-88197029CC41}"/>
              </a:ext>
            </a:extLst>
          </p:cNvPr>
          <p:cNvSpPr>
            <a:spLocks noGrp="1"/>
          </p:cNvSpPr>
          <p:nvPr>
            <p:ph type="title"/>
          </p:nvPr>
        </p:nvSpPr>
        <p:spPr>
          <a:xfrm>
            <a:off x="575122" y="153993"/>
            <a:ext cx="8136904" cy="540000"/>
          </a:xfrm>
        </p:spPr>
        <p:txBody>
          <a:bodyPr/>
          <a:lstStyle/>
          <a:p>
            <a:r>
              <a:rPr lang="en-AU" b="1" dirty="0"/>
              <a:t>Comparison Between SQL Query Output and AI Prompt Response</a:t>
            </a:r>
          </a:p>
        </p:txBody>
      </p:sp>
      <p:graphicFrame>
        <p:nvGraphicFramePr>
          <p:cNvPr id="7" name="Table 6">
            <a:extLst>
              <a:ext uri="{FF2B5EF4-FFF2-40B4-BE49-F238E27FC236}">
                <a16:creationId xmlns:a16="http://schemas.microsoft.com/office/drawing/2014/main" id="{E48DB743-B8B8-331C-ED0F-FFE164EFDC8C}"/>
              </a:ext>
            </a:extLst>
          </p:cNvPr>
          <p:cNvGraphicFramePr>
            <a:graphicFrameLocks noGrp="1"/>
          </p:cNvGraphicFramePr>
          <p:nvPr>
            <p:extLst>
              <p:ext uri="{D42A27DB-BD31-4B8C-83A1-F6EECF244321}">
                <p14:modId xmlns:p14="http://schemas.microsoft.com/office/powerpoint/2010/main" val="2987367547"/>
              </p:ext>
            </p:extLst>
          </p:nvPr>
        </p:nvGraphicFramePr>
        <p:xfrm>
          <a:off x="558664" y="5346328"/>
          <a:ext cx="9809548" cy="1384251"/>
        </p:xfrm>
        <a:graphic>
          <a:graphicData uri="http://schemas.openxmlformats.org/drawingml/2006/table">
            <a:tbl>
              <a:tblPr firstRow="1" firstCol="1" bandRow="1">
                <a:tableStyleId>{5C22544A-7EE6-4342-B048-85BDC9FD1C3A}</a:tableStyleId>
              </a:tblPr>
              <a:tblGrid>
                <a:gridCol w="1199729">
                  <a:extLst>
                    <a:ext uri="{9D8B030D-6E8A-4147-A177-3AD203B41FA5}">
                      <a16:colId xmlns:a16="http://schemas.microsoft.com/office/drawing/2014/main" val="1100404043"/>
                    </a:ext>
                  </a:extLst>
                </a:gridCol>
                <a:gridCol w="1265001">
                  <a:extLst>
                    <a:ext uri="{9D8B030D-6E8A-4147-A177-3AD203B41FA5}">
                      <a16:colId xmlns:a16="http://schemas.microsoft.com/office/drawing/2014/main" val="3141104102"/>
                    </a:ext>
                  </a:extLst>
                </a:gridCol>
                <a:gridCol w="1008112">
                  <a:extLst>
                    <a:ext uri="{9D8B030D-6E8A-4147-A177-3AD203B41FA5}">
                      <a16:colId xmlns:a16="http://schemas.microsoft.com/office/drawing/2014/main" val="1418879802"/>
                    </a:ext>
                  </a:extLst>
                </a:gridCol>
                <a:gridCol w="1008112">
                  <a:extLst>
                    <a:ext uri="{9D8B030D-6E8A-4147-A177-3AD203B41FA5}">
                      <a16:colId xmlns:a16="http://schemas.microsoft.com/office/drawing/2014/main" val="353825728"/>
                    </a:ext>
                  </a:extLst>
                </a:gridCol>
                <a:gridCol w="792088">
                  <a:extLst>
                    <a:ext uri="{9D8B030D-6E8A-4147-A177-3AD203B41FA5}">
                      <a16:colId xmlns:a16="http://schemas.microsoft.com/office/drawing/2014/main" val="3835744385"/>
                    </a:ext>
                  </a:extLst>
                </a:gridCol>
                <a:gridCol w="1008112">
                  <a:extLst>
                    <a:ext uri="{9D8B030D-6E8A-4147-A177-3AD203B41FA5}">
                      <a16:colId xmlns:a16="http://schemas.microsoft.com/office/drawing/2014/main" val="943370100"/>
                    </a:ext>
                  </a:extLst>
                </a:gridCol>
                <a:gridCol w="720080">
                  <a:extLst>
                    <a:ext uri="{9D8B030D-6E8A-4147-A177-3AD203B41FA5}">
                      <a16:colId xmlns:a16="http://schemas.microsoft.com/office/drawing/2014/main" val="621424230"/>
                    </a:ext>
                  </a:extLst>
                </a:gridCol>
                <a:gridCol w="792088">
                  <a:extLst>
                    <a:ext uri="{9D8B030D-6E8A-4147-A177-3AD203B41FA5}">
                      <a16:colId xmlns:a16="http://schemas.microsoft.com/office/drawing/2014/main" val="1267563846"/>
                    </a:ext>
                  </a:extLst>
                </a:gridCol>
                <a:gridCol w="720080">
                  <a:extLst>
                    <a:ext uri="{9D8B030D-6E8A-4147-A177-3AD203B41FA5}">
                      <a16:colId xmlns:a16="http://schemas.microsoft.com/office/drawing/2014/main" val="1710657885"/>
                    </a:ext>
                  </a:extLst>
                </a:gridCol>
                <a:gridCol w="1296146">
                  <a:extLst>
                    <a:ext uri="{9D8B030D-6E8A-4147-A177-3AD203B41FA5}">
                      <a16:colId xmlns:a16="http://schemas.microsoft.com/office/drawing/2014/main" val="2334264616"/>
                    </a:ext>
                  </a:extLst>
                </a:gridCol>
              </a:tblGrid>
              <a:tr h="461417">
                <a:tc>
                  <a:txBody>
                    <a:bodyPr/>
                    <a:lstStyle/>
                    <a:p>
                      <a:pPr marL="0" marR="0" lvl="0" indent="0" algn="ctr" defTabSz="984077" rtl="0" eaLnBrk="1" fontAlgn="auto" latinLnBrk="0" hangingPunct="1">
                        <a:lnSpc>
                          <a:spcPct val="115000"/>
                        </a:lnSpc>
                        <a:spcBef>
                          <a:spcPts val="0"/>
                        </a:spcBef>
                        <a:spcAft>
                          <a:spcPts val="800"/>
                        </a:spcAft>
                        <a:buClrTx/>
                        <a:buSzTx/>
                        <a:buFontTx/>
                        <a:buNone/>
                        <a:tabLst/>
                        <a:defRPr/>
                      </a:pPr>
                      <a:r>
                        <a:rPr lang="en-AU" sz="1000" kern="100" dirty="0">
                          <a:effectLst/>
                        </a:rPr>
                        <a:t>Company Name</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gn="ctr">
                        <a:lnSpc>
                          <a:spcPct val="115000"/>
                        </a:lnSpc>
                        <a:spcAft>
                          <a:spcPts val="800"/>
                        </a:spcAft>
                      </a:pPr>
                      <a:r>
                        <a:rPr lang="en-AU" sz="1000" kern="100" dirty="0">
                          <a:effectLst/>
                        </a:rPr>
                        <a:t>Model</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gn="ctr">
                        <a:lnSpc>
                          <a:spcPct val="115000"/>
                        </a:lnSpc>
                        <a:spcAft>
                          <a:spcPts val="800"/>
                        </a:spcAft>
                      </a:pPr>
                      <a:r>
                        <a:rPr lang="en-AU" sz="1000" kern="100" dirty="0">
                          <a:effectLst/>
                        </a:rPr>
                        <a:t>Serial Number</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gn="ctr">
                        <a:lnSpc>
                          <a:spcPct val="115000"/>
                        </a:lnSpc>
                        <a:spcAft>
                          <a:spcPts val="800"/>
                        </a:spcAft>
                      </a:pPr>
                      <a:r>
                        <a:rPr lang="en-AU" sz="1000" kern="100" dirty="0">
                          <a:effectLst/>
                        </a:rPr>
                        <a:t>Installed Date</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gn="ctr">
                        <a:lnSpc>
                          <a:spcPct val="115000"/>
                        </a:lnSpc>
                        <a:spcAft>
                          <a:spcPts val="800"/>
                        </a:spcAft>
                      </a:pPr>
                      <a:r>
                        <a:rPr lang="en-AU" sz="1000" kern="100" dirty="0">
                          <a:effectLst/>
                          <a:latin typeface="Aptos" panose="020B0004020202020204" pitchFamily="34" charset="0"/>
                          <a:ea typeface="DengXian" panose="02010600030101010101" pitchFamily="2" charset="-122"/>
                          <a:cs typeface="Cordia New" panose="020B0304020202020204" pitchFamily="34" charset="-34"/>
                        </a:rPr>
                        <a:t>MIF Status</a:t>
                      </a:r>
                    </a:p>
                  </a:txBody>
                  <a:tcPr marL="62494" marR="62494" marT="62494" marB="62494" anchor="ctr"/>
                </a:tc>
                <a:tc>
                  <a:txBody>
                    <a:bodyPr/>
                    <a:lstStyle/>
                    <a:p>
                      <a:pPr algn="ctr">
                        <a:lnSpc>
                          <a:spcPct val="115000"/>
                        </a:lnSpc>
                        <a:spcAft>
                          <a:spcPts val="800"/>
                        </a:spcAft>
                      </a:pPr>
                      <a:r>
                        <a:rPr lang="en-AU" sz="1000" kern="100" dirty="0">
                          <a:effectLst/>
                        </a:rPr>
                        <a:t>Contract Type</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gn="ctr">
                        <a:lnSpc>
                          <a:spcPct val="115000"/>
                        </a:lnSpc>
                        <a:spcAft>
                          <a:spcPts val="800"/>
                        </a:spcAft>
                      </a:pPr>
                      <a:r>
                        <a:rPr lang="en-AU" sz="1000" kern="100" dirty="0">
                          <a:effectLst/>
                        </a:rPr>
                        <a:t>M1_Value</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gn="ctr">
                        <a:lnSpc>
                          <a:spcPct val="115000"/>
                        </a:lnSpc>
                        <a:spcAft>
                          <a:spcPts val="800"/>
                        </a:spcAft>
                      </a:pPr>
                      <a:r>
                        <a:rPr lang="en-AU" sz="1000" kern="100" dirty="0">
                          <a:effectLst/>
                        </a:rPr>
                        <a:t>M2_Value</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gn="ctr">
                        <a:lnSpc>
                          <a:spcPct val="115000"/>
                        </a:lnSpc>
                        <a:spcAft>
                          <a:spcPts val="800"/>
                        </a:spcAft>
                      </a:pPr>
                      <a:r>
                        <a:rPr lang="en-AU" sz="1000" kern="100" dirty="0">
                          <a:effectLst/>
                        </a:rPr>
                        <a:t>M3_Value</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gn="ctr">
                        <a:lnSpc>
                          <a:spcPct val="115000"/>
                        </a:lnSpc>
                        <a:spcAft>
                          <a:spcPts val="800"/>
                        </a:spcAft>
                      </a:pPr>
                      <a:r>
                        <a:rPr lang="en-AU" sz="1000" kern="100" dirty="0">
                          <a:effectLst/>
                        </a:rPr>
                        <a:t>Preferred Engineer</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extLst>
                  <a:ext uri="{0D108BD9-81ED-4DB2-BD59-A6C34878D82A}">
                    <a16:rowId xmlns:a16="http://schemas.microsoft.com/office/drawing/2014/main" val="3299407271"/>
                  </a:ext>
                </a:extLst>
              </a:tr>
              <a:tr h="461417">
                <a:tc>
                  <a:txBody>
                    <a:bodyPr/>
                    <a:lstStyle/>
                    <a:p>
                      <a:pPr>
                        <a:lnSpc>
                          <a:spcPct val="115000"/>
                        </a:lnSpc>
                        <a:spcAft>
                          <a:spcPts val="800"/>
                        </a:spcAft>
                      </a:pPr>
                      <a:r>
                        <a:rPr lang="en-AU" sz="1000" kern="100" dirty="0">
                          <a:effectLst/>
                        </a:rPr>
                        <a:t>Acme Corp</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ApeosPort C4570</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SN123456789</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2022-01-15</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Active</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Full Service</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12000</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8000</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2000</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John Doe</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extLst>
                  <a:ext uri="{0D108BD9-81ED-4DB2-BD59-A6C34878D82A}">
                    <a16:rowId xmlns:a16="http://schemas.microsoft.com/office/drawing/2014/main" val="1448809506"/>
                  </a:ext>
                </a:extLst>
              </a:tr>
              <a:tr h="461417">
                <a:tc>
                  <a:txBody>
                    <a:bodyPr/>
                    <a:lstStyle/>
                    <a:p>
                      <a:pPr>
                        <a:lnSpc>
                          <a:spcPct val="115000"/>
                        </a:lnSpc>
                        <a:spcAft>
                          <a:spcPts val="800"/>
                        </a:spcAft>
                      </a:pPr>
                      <a:r>
                        <a:rPr lang="en-AU" sz="1000" kern="100" dirty="0">
                          <a:effectLst/>
                        </a:rPr>
                        <a:t>Beta Solutions</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ApeosPort C3570</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SN987654321</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2021-11-20</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Active</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Maintenance</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15000</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11000</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3500</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tc>
                  <a:txBody>
                    <a:bodyPr/>
                    <a:lstStyle/>
                    <a:p>
                      <a:pPr>
                        <a:lnSpc>
                          <a:spcPct val="115000"/>
                        </a:lnSpc>
                        <a:spcAft>
                          <a:spcPts val="800"/>
                        </a:spcAft>
                      </a:pPr>
                      <a:r>
                        <a:rPr lang="en-AU" sz="1000" kern="100" dirty="0">
                          <a:effectLst/>
                        </a:rPr>
                        <a:t>Jane Smith</a:t>
                      </a:r>
                      <a:endParaRPr lang="en-AU" sz="10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2494" marR="62494" marT="62494" marB="62494" anchor="ctr"/>
                </a:tc>
                <a:extLst>
                  <a:ext uri="{0D108BD9-81ED-4DB2-BD59-A6C34878D82A}">
                    <a16:rowId xmlns:a16="http://schemas.microsoft.com/office/drawing/2014/main" val="1240063655"/>
                  </a:ext>
                </a:extLst>
              </a:tr>
            </a:tbl>
          </a:graphicData>
        </a:graphic>
      </p:graphicFrame>
    </p:spTree>
    <p:extLst>
      <p:ext uri="{BB962C8B-B14F-4D97-AF65-F5344CB8AC3E}">
        <p14:creationId xmlns:p14="http://schemas.microsoft.com/office/powerpoint/2010/main" val="710317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9CDAAB-72FC-C10D-49DA-73E7166DC793}"/>
              </a:ext>
            </a:extLst>
          </p:cNvPr>
          <p:cNvSpPr>
            <a:spLocks noGrp="1"/>
          </p:cNvSpPr>
          <p:nvPr>
            <p:ph type="sldNum" sz="quarter" idx="10"/>
          </p:nvPr>
        </p:nvSpPr>
        <p:spPr/>
        <p:txBody>
          <a:bodyPr/>
          <a:lstStyle/>
          <a:p>
            <a:fld id="{9FB9FBB1-FD5B-41A6-B84B-A229A6B4BB39}" type="slidenum">
              <a:rPr lang="en-US" altLang="ja-JP" smtClean="0"/>
              <a:pPr/>
              <a:t>30</a:t>
            </a:fld>
            <a:endParaRPr lang="en-US" dirty="0"/>
          </a:p>
        </p:txBody>
      </p:sp>
      <p:sp>
        <p:nvSpPr>
          <p:cNvPr id="3" name="Text Placeholder 2">
            <a:extLst>
              <a:ext uri="{FF2B5EF4-FFF2-40B4-BE49-F238E27FC236}">
                <a16:creationId xmlns:a16="http://schemas.microsoft.com/office/drawing/2014/main" id="{613B3EBD-B46A-8031-397F-4839E93FB801}"/>
              </a:ext>
            </a:extLst>
          </p:cNvPr>
          <p:cNvSpPr>
            <a:spLocks noGrp="1"/>
          </p:cNvSpPr>
          <p:nvPr>
            <p:ph type="body" sz="quarter" idx="11"/>
          </p:nvPr>
        </p:nvSpPr>
        <p:spPr>
          <a:xfrm>
            <a:off x="575123" y="1025848"/>
            <a:ext cx="9505055" cy="4752528"/>
          </a:xfrm>
        </p:spPr>
        <p:txBody>
          <a:bodyPr/>
          <a:lstStyle/>
          <a:p>
            <a:r>
              <a:rPr lang="en-AU" b="1" dirty="0"/>
              <a:t>Below is the AI-generated response based on the prompt.</a:t>
            </a:r>
          </a:p>
          <a:p>
            <a:r>
              <a:rPr lang="en-AU" dirty="0"/>
              <a:t>“Show me the details of all active Fujifilm multifunction printers including company name, printer model, serial number, installation date, machine status, contract type, last meter readings for M1, M2, M3, and the preferred engineer for each customer”</a:t>
            </a:r>
          </a:p>
          <a:p>
            <a:endParaRPr lang="en-AU" dirty="0"/>
          </a:p>
          <a:p>
            <a:r>
              <a:rPr lang="en-AU" b="1" dirty="0"/>
              <a:t>Outputs:</a:t>
            </a:r>
          </a:p>
          <a:p>
            <a:endParaRPr lang="en-AU" dirty="0"/>
          </a:p>
          <a:p>
            <a:endParaRPr lang="en-AU" dirty="0"/>
          </a:p>
        </p:txBody>
      </p:sp>
      <p:sp>
        <p:nvSpPr>
          <p:cNvPr id="4" name="Title 3">
            <a:extLst>
              <a:ext uri="{FF2B5EF4-FFF2-40B4-BE49-F238E27FC236}">
                <a16:creationId xmlns:a16="http://schemas.microsoft.com/office/drawing/2014/main" id="{32F3DB17-1CB0-3C24-E22D-88197029CC41}"/>
              </a:ext>
            </a:extLst>
          </p:cNvPr>
          <p:cNvSpPr>
            <a:spLocks noGrp="1"/>
          </p:cNvSpPr>
          <p:nvPr>
            <p:ph type="title"/>
          </p:nvPr>
        </p:nvSpPr>
        <p:spPr/>
        <p:txBody>
          <a:bodyPr/>
          <a:lstStyle/>
          <a:p>
            <a:r>
              <a:rPr lang="en-AU" dirty="0"/>
              <a:t>Comparison between SQL and AI prompt</a:t>
            </a:r>
          </a:p>
        </p:txBody>
      </p:sp>
      <p:pic>
        <p:nvPicPr>
          <p:cNvPr id="6" name="Picture 5">
            <a:extLst>
              <a:ext uri="{FF2B5EF4-FFF2-40B4-BE49-F238E27FC236}">
                <a16:creationId xmlns:a16="http://schemas.microsoft.com/office/drawing/2014/main" id="{39FE2062-3583-B640-EEA0-0CD67A95821F}"/>
              </a:ext>
            </a:extLst>
          </p:cNvPr>
          <p:cNvPicPr>
            <a:picLocks noChangeAspect="1"/>
          </p:cNvPicPr>
          <p:nvPr/>
        </p:nvPicPr>
        <p:blipFill>
          <a:blip r:embed="rId2"/>
          <a:stretch>
            <a:fillRect/>
          </a:stretch>
        </p:blipFill>
        <p:spPr>
          <a:xfrm>
            <a:off x="574675" y="2880134"/>
            <a:ext cx="9505502" cy="2178162"/>
          </a:xfrm>
          <a:prstGeom prst="rect">
            <a:avLst/>
          </a:prstGeom>
        </p:spPr>
      </p:pic>
      <p:pic>
        <p:nvPicPr>
          <p:cNvPr id="9" name="Picture 8">
            <a:extLst>
              <a:ext uri="{FF2B5EF4-FFF2-40B4-BE49-F238E27FC236}">
                <a16:creationId xmlns:a16="http://schemas.microsoft.com/office/drawing/2014/main" id="{801AD19F-E21B-9B31-E43A-D4A8F49A6B9A}"/>
              </a:ext>
            </a:extLst>
          </p:cNvPr>
          <p:cNvPicPr>
            <a:picLocks noChangeAspect="1"/>
          </p:cNvPicPr>
          <p:nvPr/>
        </p:nvPicPr>
        <p:blipFill>
          <a:blip r:embed="rId3"/>
          <a:stretch>
            <a:fillRect/>
          </a:stretch>
        </p:blipFill>
        <p:spPr>
          <a:xfrm>
            <a:off x="474971" y="5274320"/>
            <a:ext cx="9569942" cy="1224136"/>
          </a:xfrm>
          <a:prstGeom prst="rect">
            <a:avLst/>
          </a:prstGeom>
        </p:spPr>
      </p:pic>
    </p:spTree>
    <p:extLst>
      <p:ext uri="{BB962C8B-B14F-4D97-AF65-F5344CB8AC3E}">
        <p14:creationId xmlns:p14="http://schemas.microsoft.com/office/powerpoint/2010/main" val="125285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4F1F92-F805-3EF4-333A-A73611B37215}"/>
              </a:ext>
            </a:extLst>
          </p:cNvPr>
          <p:cNvSpPr>
            <a:spLocks noGrp="1"/>
          </p:cNvSpPr>
          <p:nvPr>
            <p:ph type="sldNum" sz="quarter" idx="10"/>
          </p:nvPr>
        </p:nvSpPr>
        <p:spPr/>
        <p:txBody>
          <a:bodyPr/>
          <a:lstStyle/>
          <a:p>
            <a:fld id="{9FB9FBB1-FD5B-41A6-B84B-A229A6B4BB39}" type="slidenum">
              <a:rPr lang="en-US" altLang="ja-JP" smtClean="0"/>
              <a:pPr/>
              <a:t>31</a:t>
            </a:fld>
            <a:endParaRPr lang="en-US" dirty="0"/>
          </a:p>
        </p:txBody>
      </p:sp>
      <p:sp>
        <p:nvSpPr>
          <p:cNvPr id="3" name="Text Placeholder 2">
            <a:extLst>
              <a:ext uri="{FF2B5EF4-FFF2-40B4-BE49-F238E27FC236}">
                <a16:creationId xmlns:a16="http://schemas.microsoft.com/office/drawing/2014/main" id="{22196DEC-2375-35D6-B37F-76A4EBDD86F3}"/>
              </a:ext>
            </a:extLst>
          </p:cNvPr>
          <p:cNvSpPr>
            <a:spLocks noGrp="1"/>
          </p:cNvSpPr>
          <p:nvPr>
            <p:ph type="body" sz="quarter" idx="11"/>
          </p:nvPr>
        </p:nvSpPr>
        <p:spPr/>
        <p:txBody>
          <a:bodyPr/>
          <a:lstStyle/>
          <a:p>
            <a:r>
              <a:rPr lang="en-AU" b="1" dirty="0"/>
              <a:t>Definition:</a:t>
            </a:r>
          </a:p>
          <a:p>
            <a:r>
              <a:rPr lang="en-AU" dirty="0"/>
              <a:t>Prompt engineering is the practice of designing and refining inputs to get the best possible outputs from AI language models. Think of it as learning to communicate effectively with a highly capable but literal assistant.</a:t>
            </a:r>
          </a:p>
          <a:p>
            <a:endParaRPr lang="en-AU" dirty="0"/>
          </a:p>
          <a:p>
            <a:r>
              <a:rPr lang="en-AU" b="1" dirty="0"/>
              <a:t>Importance:</a:t>
            </a:r>
          </a:p>
          <a:p>
            <a:r>
              <a:rPr lang="en-AU" dirty="0"/>
              <a:t>- Better Results: Well-crafted prompts produce more accurate, relevant, and useful responses</a:t>
            </a:r>
          </a:p>
          <a:p>
            <a:r>
              <a:rPr lang="en-AU" dirty="0"/>
              <a:t>- Efficiency: Good prompts save time by reducing back-and-forth iterations</a:t>
            </a:r>
          </a:p>
          <a:p>
            <a:r>
              <a:rPr lang="en-AU" dirty="0"/>
              <a:t>- Consistency: Structured prompts help achieve reliable outputs across similar tasks</a:t>
            </a:r>
          </a:p>
          <a:p>
            <a:r>
              <a:rPr lang="en-AU" dirty="0"/>
              <a:t>- Cost Savings: Fewer tokens used means lower API costs for those using paid services</a:t>
            </a:r>
          </a:p>
          <a:p>
            <a:endParaRPr lang="en-AU" b="1" dirty="0"/>
          </a:p>
        </p:txBody>
      </p:sp>
      <p:sp>
        <p:nvSpPr>
          <p:cNvPr id="4" name="Title 3">
            <a:extLst>
              <a:ext uri="{FF2B5EF4-FFF2-40B4-BE49-F238E27FC236}">
                <a16:creationId xmlns:a16="http://schemas.microsoft.com/office/drawing/2014/main" id="{C9637181-444F-3F53-98A9-014CC42C6A31}"/>
              </a:ext>
            </a:extLst>
          </p:cNvPr>
          <p:cNvSpPr>
            <a:spLocks noGrp="1"/>
          </p:cNvSpPr>
          <p:nvPr>
            <p:ph type="title"/>
          </p:nvPr>
        </p:nvSpPr>
        <p:spPr/>
        <p:txBody>
          <a:bodyPr/>
          <a:lstStyle/>
          <a:p>
            <a:r>
              <a:rPr lang="en-AU" b="1" dirty="0"/>
              <a:t>What is Prompt Engineering?</a:t>
            </a:r>
          </a:p>
        </p:txBody>
      </p:sp>
    </p:spTree>
    <p:extLst>
      <p:ext uri="{BB962C8B-B14F-4D97-AF65-F5344CB8AC3E}">
        <p14:creationId xmlns:p14="http://schemas.microsoft.com/office/powerpoint/2010/main" val="636955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4AC7D1-6255-3F11-3D3E-B8ADDE01480F}"/>
              </a:ext>
            </a:extLst>
          </p:cNvPr>
          <p:cNvSpPr>
            <a:spLocks noGrp="1"/>
          </p:cNvSpPr>
          <p:nvPr>
            <p:ph type="sldNum" sz="quarter" idx="10"/>
          </p:nvPr>
        </p:nvSpPr>
        <p:spPr/>
        <p:txBody>
          <a:bodyPr/>
          <a:lstStyle/>
          <a:p>
            <a:fld id="{9FB9FBB1-FD5B-41A6-B84B-A229A6B4BB39}" type="slidenum">
              <a:rPr lang="en-US" altLang="ja-JP" smtClean="0"/>
              <a:pPr/>
              <a:t>32</a:t>
            </a:fld>
            <a:endParaRPr lang="en-US" dirty="0"/>
          </a:p>
        </p:txBody>
      </p:sp>
      <p:sp>
        <p:nvSpPr>
          <p:cNvPr id="3" name="Text Placeholder 2">
            <a:extLst>
              <a:ext uri="{FF2B5EF4-FFF2-40B4-BE49-F238E27FC236}">
                <a16:creationId xmlns:a16="http://schemas.microsoft.com/office/drawing/2014/main" id="{6E7953DF-5EFD-3B31-2A9F-FBCB485CA3AF}"/>
              </a:ext>
            </a:extLst>
          </p:cNvPr>
          <p:cNvSpPr>
            <a:spLocks noGrp="1"/>
          </p:cNvSpPr>
          <p:nvPr>
            <p:ph type="body" sz="quarter" idx="11"/>
          </p:nvPr>
        </p:nvSpPr>
        <p:spPr/>
        <p:txBody>
          <a:bodyPr/>
          <a:lstStyle/>
          <a:p>
            <a:pPr algn="l"/>
            <a:r>
              <a:rPr lang="en-AU" b="1" i="0" dirty="0">
                <a:effectLst/>
                <a:latin typeface="+mj-lt"/>
              </a:rPr>
              <a:t>To craft effective prompts for Large Language Models (LLMs), we can structure our prompt into five distinct parts:</a:t>
            </a:r>
          </a:p>
          <a:p>
            <a:br>
              <a:rPr lang="en-AU" b="0" i="0" dirty="0">
                <a:effectLst/>
                <a:latin typeface="Roboto" panose="02000000000000000000" pitchFamily="2" charset="0"/>
              </a:rPr>
            </a:br>
            <a:r>
              <a:rPr lang="en-AU" dirty="0"/>
              <a:t>1. ROLE: Who is the AI acting as?</a:t>
            </a:r>
          </a:p>
          <a:p>
            <a:r>
              <a:rPr lang="en-AU" dirty="0"/>
              <a:t>2. CONTEXT: What's the situation/background?</a:t>
            </a:r>
          </a:p>
          <a:p>
            <a:r>
              <a:rPr lang="en-AU" dirty="0"/>
              <a:t>3. TASK: What specific action do you need?</a:t>
            </a:r>
          </a:p>
          <a:p>
            <a:r>
              <a:rPr lang="en-AU" dirty="0"/>
              <a:t>4. FORMAT: How should it be structured?</a:t>
            </a:r>
          </a:p>
          <a:p>
            <a:r>
              <a:rPr lang="en-AU" dirty="0"/>
              <a:t>5. CONSTRAINTS: Length, tone, what to include/avoid</a:t>
            </a:r>
          </a:p>
          <a:p>
            <a:endParaRPr lang="en-AU" dirty="0"/>
          </a:p>
          <a:p>
            <a:r>
              <a:rPr lang="en-AU" b="1" dirty="0"/>
              <a:t>Example</a:t>
            </a:r>
            <a:r>
              <a:rPr lang="en-AU" dirty="0"/>
              <a:t>: Fujifilm Apeos C325 Printer Setup Guide</a:t>
            </a:r>
          </a:p>
          <a:p>
            <a:r>
              <a:rPr lang="en-AU" dirty="0"/>
              <a:t>[ROLE]: You are a technical writer for office equipment</a:t>
            </a:r>
          </a:p>
          <a:p>
            <a:r>
              <a:rPr lang="en-AU" dirty="0"/>
              <a:t>[CONTEXT]: New project manager needs to set up the Apeos C325 multifunction printer for a 15-person team. Common issue: connecting to network and enabling scan-to-email.</a:t>
            </a:r>
          </a:p>
          <a:p>
            <a:r>
              <a:rPr lang="en-AU" dirty="0"/>
              <a:t>[TASK]: Create a quick setup checklist</a:t>
            </a:r>
          </a:p>
          <a:p>
            <a:r>
              <a:rPr lang="en-AU" dirty="0"/>
              <a:t>[FORMAT]: 8 numbered steps, with one troubleshooting tip</a:t>
            </a:r>
          </a:p>
          <a:p>
            <a:r>
              <a:rPr lang="en-AU" dirty="0"/>
              <a:t>[CONSTRAINTS]: Under 200 words, non-technical language, mention wireless and mobile printing capabilities</a:t>
            </a:r>
          </a:p>
          <a:p>
            <a:endParaRPr lang="en-AU" dirty="0"/>
          </a:p>
          <a:p>
            <a:endParaRPr lang="en-AU" dirty="0"/>
          </a:p>
        </p:txBody>
      </p:sp>
      <p:sp>
        <p:nvSpPr>
          <p:cNvPr id="4" name="Title 3">
            <a:extLst>
              <a:ext uri="{FF2B5EF4-FFF2-40B4-BE49-F238E27FC236}">
                <a16:creationId xmlns:a16="http://schemas.microsoft.com/office/drawing/2014/main" id="{C554722E-C2A3-1E9C-7BBB-7E14ACAD582D}"/>
              </a:ext>
            </a:extLst>
          </p:cNvPr>
          <p:cNvSpPr>
            <a:spLocks noGrp="1"/>
          </p:cNvSpPr>
          <p:nvPr>
            <p:ph type="title"/>
          </p:nvPr>
        </p:nvSpPr>
        <p:spPr/>
        <p:txBody>
          <a:bodyPr/>
          <a:lstStyle/>
          <a:p>
            <a:r>
              <a:rPr lang="en-AU" b="1" dirty="0"/>
              <a:t>The 5-Part Prompt Template</a:t>
            </a:r>
          </a:p>
        </p:txBody>
      </p:sp>
    </p:spTree>
    <p:extLst>
      <p:ext uri="{BB962C8B-B14F-4D97-AF65-F5344CB8AC3E}">
        <p14:creationId xmlns:p14="http://schemas.microsoft.com/office/powerpoint/2010/main" val="40997621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4F1F92-F805-3EF4-333A-A73611B37215}"/>
              </a:ext>
            </a:extLst>
          </p:cNvPr>
          <p:cNvSpPr>
            <a:spLocks noGrp="1"/>
          </p:cNvSpPr>
          <p:nvPr>
            <p:ph type="sldNum" sz="quarter" idx="10"/>
          </p:nvPr>
        </p:nvSpPr>
        <p:spPr/>
        <p:txBody>
          <a:bodyPr/>
          <a:lstStyle/>
          <a:p>
            <a:fld id="{9FB9FBB1-FD5B-41A6-B84B-A229A6B4BB39}" type="slidenum">
              <a:rPr lang="en-US" altLang="ja-JP" smtClean="0"/>
              <a:pPr/>
              <a:t>33</a:t>
            </a:fld>
            <a:endParaRPr lang="en-US" dirty="0"/>
          </a:p>
        </p:txBody>
      </p:sp>
      <p:sp>
        <p:nvSpPr>
          <p:cNvPr id="4" name="Title 3">
            <a:extLst>
              <a:ext uri="{FF2B5EF4-FFF2-40B4-BE49-F238E27FC236}">
                <a16:creationId xmlns:a16="http://schemas.microsoft.com/office/drawing/2014/main" id="{C9637181-444F-3F53-98A9-014CC42C6A31}"/>
              </a:ext>
            </a:extLst>
          </p:cNvPr>
          <p:cNvSpPr>
            <a:spLocks noGrp="1"/>
          </p:cNvSpPr>
          <p:nvPr>
            <p:ph type="title"/>
          </p:nvPr>
        </p:nvSpPr>
        <p:spPr/>
        <p:txBody>
          <a:bodyPr/>
          <a:lstStyle/>
          <a:p>
            <a:r>
              <a:rPr lang="en-AU" b="1" dirty="0"/>
              <a:t>Prompt Engineering Techniques</a:t>
            </a:r>
          </a:p>
        </p:txBody>
      </p:sp>
      <p:sp>
        <p:nvSpPr>
          <p:cNvPr id="7" name="Text Placeholder 6">
            <a:extLst>
              <a:ext uri="{FF2B5EF4-FFF2-40B4-BE49-F238E27FC236}">
                <a16:creationId xmlns:a16="http://schemas.microsoft.com/office/drawing/2014/main" id="{8AB103F6-C429-2848-59BB-9C94C4F6874F}"/>
              </a:ext>
            </a:extLst>
          </p:cNvPr>
          <p:cNvSpPr>
            <a:spLocks noGrp="1"/>
          </p:cNvSpPr>
          <p:nvPr>
            <p:ph type="body" sz="quarter" idx="11"/>
          </p:nvPr>
        </p:nvSpPr>
        <p:spPr>
          <a:xfrm>
            <a:off x="575123" y="1025848"/>
            <a:ext cx="9865094" cy="5760640"/>
          </a:xfrm>
        </p:spPr>
        <p:txBody>
          <a:bodyPr/>
          <a:lstStyle/>
          <a:p>
            <a:r>
              <a:rPr lang="en-AU" b="1" dirty="0"/>
              <a:t>Below table highlights several prompt engineering techniques with examples focused on Fujifilm products.</a:t>
            </a:r>
          </a:p>
          <a:p>
            <a:pPr marL="285750" indent="-285750">
              <a:buFont typeface="Arial" panose="020B0604020202020204" pitchFamily="34" charset="0"/>
              <a:buChar char="•"/>
            </a:pPr>
            <a:r>
              <a:rPr lang="en-AU" dirty="0"/>
              <a:t>By understanding and applying the right technique, is crucial to crafting effective prompts and getting better results from language models.</a:t>
            </a:r>
          </a:p>
        </p:txBody>
      </p:sp>
      <p:graphicFrame>
        <p:nvGraphicFramePr>
          <p:cNvPr id="8" name="Table 7">
            <a:extLst>
              <a:ext uri="{FF2B5EF4-FFF2-40B4-BE49-F238E27FC236}">
                <a16:creationId xmlns:a16="http://schemas.microsoft.com/office/drawing/2014/main" id="{6BFC515E-7BA0-97E1-6DFB-98EDEA88CA69}"/>
              </a:ext>
            </a:extLst>
          </p:cNvPr>
          <p:cNvGraphicFramePr>
            <a:graphicFrameLocks noGrp="1"/>
          </p:cNvGraphicFramePr>
          <p:nvPr>
            <p:extLst>
              <p:ext uri="{D42A27DB-BD31-4B8C-83A1-F6EECF244321}">
                <p14:modId xmlns:p14="http://schemas.microsoft.com/office/powerpoint/2010/main" val="2494501764"/>
              </p:ext>
            </p:extLst>
          </p:nvPr>
        </p:nvGraphicFramePr>
        <p:xfrm>
          <a:off x="700323" y="2119584"/>
          <a:ext cx="9865541" cy="4942099"/>
        </p:xfrm>
        <a:graphic>
          <a:graphicData uri="http://schemas.openxmlformats.org/drawingml/2006/table">
            <a:tbl>
              <a:tblPr/>
              <a:tblGrid>
                <a:gridCol w="1269985">
                  <a:extLst>
                    <a:ext uri="{9D8B030D-6E8A-4147-A177-3AD203B41FA5}">
                      <a16:colId xmlns:a16="http://schemas.microsoft.com/office/drawing/2014/main" val="3680657663"/>
                    </a:ext>
                  </a:extLst>
                </a:gridCol>
                <a:gridCol w="2565254">
                  <a:extLst>
                    <a:ext uri="{9D8B030D-6E8A-4147-A177-3AD203B41FA5}">
                      <a16:colId xmlns:a16="http://schemas.microsoft.com/office/drawing/2014/main" val="382341123"/>
                    </a:ext>
                  </a:extLst>
                </a:gridCol>
                <a:gridCol w="3582031">
                  <a:extLst>
                    <a:ext uri="{9D8B030D-6E8A-4147-A177-3AD203B41FA5}">
                      <a16:colId xmlns:a16="http://schemas.microsoft.com/office/drawing/2014/main" val="760753403"/>
                    </a:ext>
                  </a:extLst>
                </a:gridCol>
                <a:gridCol w="2448271">
                  <a:extLst>
                    <a:ext uri="{9D8B030D-6E8A-4147-A177-3AD203B41FA5}">
                      <a16:colId xmlns:a16="http://schemas.microsoft.com/office/drawing/2014/main" val="1113984391"/>
                    </a:ext>
                  </a:extLst>
                </a:gridCol>
              </a:tblGrid>
              <a:tr h="494377">
                <a:tc>
                  <a:txBody>
                    <a:bodyPr/>
                    <a:lstStyle/>
                    <a:p>
                      <a:pPr algn="ctr"/>
                      <a:r>
                        <a:rPr lang="en-AU" sz="1600" b="1" dirty="0">
                          <a:effectLst/>
                        </a:rPr>
                        <a:t>Technique</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1600" b="1" dirty="0">
                          <a:effectLst/>
                        </a:rPr>
                        <a:t>Explanation of Technique</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1600" b="1" dirty="0">
                          <a:effectLst/>
                        </a:rPr>
                        <a:t>Prompt</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1600" b="1" dirty="0">
                          <a:effectLst/>
                        </a:rPr>
                        <a:t>Expected Output</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927675"/>
                  </a:ext>
                </a:extLst>
              </a:tr>
              <a:tr h="1207382">
                <a:tc>
                  <a:txBody>
                    <a:bodyPr/>
                    <a:lstStyle/>
                    <a:p>
                      <a:pPr algn="l"/>
                      <a:r>
                        <a:rPr lang="en-AU" sz="1600" b="1" dirty="0"/>
                        <a:t>Zero-shot</a:t>
                      </a:r>
                      <a:endParaRPr lang="en-AU" sz="1600" dirty="0"/>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AU" sz="1600" dirty="0"/>
                        <a:t>The model is given a direct instruction without examples. It relies on its pre-trained knowledge to answer.</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kumimoji="1" lang="en-AU" sz="1600" b="0" i="0" kern="1200" dirty="0">
                          <a:solidFill>
                            <a:schemeClr val="tx1"/>
                          </a:solidFill>
                          <a:effectLst/>
                          <a:latin typeface="+mn-lt"/>
                          <a:ea typeface="+mn-ea"/>
                          <a:cs typeface="+mn-cs"/>
                        </a:rPr>
                        <a:t>List three common maintenance tasks for a Fujifilm Apeos multi-function printer</a:t>
                      </a:r>
                      <a:endParaRPr lang="en-AU" sz="1600" dirty="0"/>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FontTx/>
                        <a:buNone/>
                      </a:pPr>
                      <a:r>
                        <a:rPr kumimoji="1" lang="en-AU" sz="1600" b="0" i="0" kern="1200" dirty="0">
                          <a:solidFill>
                            <a:schemeClr val="tx1"/>
                          </a:solidFill>
                          <a:effectLst/>
                          <a:latin typeface="+mn-lt"/>
                          <a:ea typeface="+mn-ea"/>
                          <a:cs typeface="+mn-cs"/>
                        </a:rPr>
                        <a:t>-Replacing toner cartridges.</a:t>
                      </a:r>
                    </a:p>
                    <a:p>
                      <a:pPr marL="0" indent="0" algn="l">
                        <a:buFontTx/>
                        <a:buNone/>
                      </a:pPr>
                      <a:r>
                        <a:rPr kumimoji="1" lang="en-AU" sz="1600" b="0" i="0" kern="1200" dirty="0">
                          <a:solidFill>
                            <a:schemeClr val="tx1"/>
                          </a:solidFill>
                          <a:effectLst/>
                          <a:latin typeface="+mn-lt"/>
                          <a:ea typeface="+mn-ea"/>
                          <a:cs typeface="+mn-cs"/>
                        </a:rPr>
                        <a:t>-Cleaning the scanner glass and rollers.</a:t>
                      </a:r>
                    </a:p>
                    <a:p>
                      <a:pPr marL="0" indent="0" algn="l">
                        <a:buFontTx/>
                        <a:buNone/>
                      </a:pPr>
                      <a:r>
                        <a:rPr kumimoji="1" lang="en-AU" sz="1600" b="0" i="0" kern="1200" dirty="0">
                          <a:solidFill>
                            <a:schemeClr val="tx1"/>
                          </a:solidFill>
                          <a:effectLst/>
                          <a:latin typeface="+mn-lt"/>
                          <a:ea typeface="+mn-ea"/>
                          <a:cs typeface="+mn-cs"/>
                        </a:rPr>
                        <a:t>-Checking and clearing paper jams.</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6311616"/>
                  </a:ext>
                </a:extLst>
              </a:tr>
              <a:tr h="1681841">
                <a:tc>
                  <a:txBody>
                    <a:bodyPr/>
                    <a:lstStyle/>
                    <a:p>
                      <a:pPr algn="l"/>
                      <a:r>
                        <a:rPr lang="en-AU" sz="1600" b="1" dirty="0"/>
                        <a:t>Single-shot</a:t>
                      </a:r>
                      <a:endParaRPr lang="en-AU" sz="1600" dirty="0"/>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kumimoji="1" lang="en-AU" sz="1600" b="0" i="0" kern="1200" dirty="0">
                          <a:solidFill>
                            <a:schemeClr val="tx1"/>
                          </a:solidFill>
                          <a:effectLst/>
                          <a:latin typeface="+mn-lt"/>
                          <a:ea typeface="+mn-ea"/>
                          <a:cs typeface="+mn-cs"/>
                        </a:rPr>
                        <a:t>The model is given </a:t>
                      </a:r>
                      <a:r>
                        <a:rPr kumimoji="1" lang="en-AU" sz="1600" b="1" i="0" kern="1200" dirty="0">
                          <a:solidFill>
                            <a:schemeClr val="tx1"/>
                          </a:solidFill>
                          <a:effectLst/>
                          <a:latin typeface="+mn-lt"/>
                          <a:ea typeface="+mn-ea"/>
                          <a:cs typeface="+mn-cs"/>
                        </a:rPr>
                        <a:t>one example</a:t>
                      </a:r>
                      <a:r>
                        <a:rPr kumimoji="1" lang="en-AU" sz="1600" b="0" i="0" kern="1200" dirty="0">
                          <a:solidFill>
                            <a:schemeClr val="tx1"/>
                          </a:solidFill>
                          <a:effectLst/>
                          <a:latin typeface="+mn-lt"/>
                          <a:ea typeface="+mn-ea"/>
                          <a:cs typeface="+mn-cs"/>
                        </a:rPr>
                        <a:t> demonstrating the task. The example helps guide the model on how to perform the task before it is asked to generate a response for a new input.</a:t>
                      </a:r>
                      <a:endParaRPr lang="en-AU" sz="1600" dirty="0"/>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kumimoji="1" lang="en-AU" sz="1600" b="0" i="0" kern="1200" dirty="0">
                          <a:solidFill>
                            <a:schemeClr val="tx1"/>
                          </a:solidFill>
                          <a:effectLst/>
                          <a:latin typeface="+mn-lt"/>
                          <a:ea typeface="+mn-ea"/>
                          <a:cs typeface="+mn-cs"/>
                        </a:rPr>
                        <a:t>"Here is an example of a maintenance task for a Fujifilm printer:</a:t>
                      </a:r>
                      <a:br>
                        <a:rPr kumimoji="1" lang="en-AU" sz="1600" b="0" i="0" kern="1200" dirty="0">
                          <a:solidFill>
                            <a:schemeClr val="tx1"/>
                          </a:solidFill>
                          <a:effectLst/>
                          <a:latin typeface="+mn-lt"/>
                          <a:ea typeface="+mn-ea"/>
                          <a:cs typeface="+mn-cs"/>
                        </a:rPr>
                      </a:br>
                      <a:r>
                        <a:rPr kumimoji="1" lang="en-AU" sz="1600" b="0" i="0" kern="1200" dirty="0">
                          <a:solidFill>
                            <a:schemeClr val="tx1"/>
                          </a:solidFill>
                          <a:effectLst/>
                          <a:latin typeface="+mn-lt"/>
                          <a:ea typeface="+mn-ea"/>
                          <a:cs typeface="+mn-cs"/>
                        </a:rPr>
                        <a:t>Example: Replace the toner cartridge when the print quality deteriorates.</a:t>
                      </a:r>
                    </a:p>
                    <a:p>
                      <a:pPr algn="l"/>
                      <a:r>
                        <a:rPr kumimoji="1" lang="en-AU" sz="1600" b="0" i="0" kern="1200" dirty="0">
                          <a:solidFill>
                            <a:schemeClr val="tx1"/>
                          </a:solidFill>
                          <a:effectLst/>
                          <a:latin typeface="+mn-lt"/>
                          <a:ea typeface="+mn-ea"/>
                          <a:cs typeface="+mn-cs"/>
                        </a:rPr>
                        <a:t>Now, list three common maintenance tasks for a Fujifilm Apeos multi-function printer."</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kumimoji="1" lang="en-AU" sz="1600" b="0" i="0" kern="1200" dirty="0">
                          <a:solidFill>
                            <a:schemeClr val="tx1"/>
                          </a:solidFill>
                          <a:effectLst/>
                          <a:latin typeface="+mn-lt"/>
                          <a:ea typeface="+mn-ea"/>
                          <a:cs typeface="+mn-cs"/>
                        </a:rPr>
                        <a:t>-Replace the toner cartridge when print quality decreases,</a:t>
                      </a:r>
                    </a:p>
                    <a:p>
                      <a:pPr algn="l"/>
                      <a:r>
                        <a:rPr kumimoji="1" lang="en-AU" sz="1600" b="0" i="0" kern="1200" dirty="0">
                          <a:solidFill>
                            <a:schemeClr val="tx1"/>
                          </a:solidFill>
                          <a:effectLst/>
                          <a:latin typeface="+mn-lt"/>
                          <a:ea typeface="+mn-ea"/>
                          <a:cs typeface="+mn-cs"/>
                        </a:rPr>
                        <a:t>-Clean the scanner glass and rollers regularly.</a:t>
                      </a:r>
                    </a:p>
                    <a:p>
                      <a:pPr algn="l"/>
                      <a:r>
                        <a:rPr kumimoji="1" lang="en-AU" sz="1600" b="0" i="0" kern="1200" dirty="0">
                          <a:solidFill>
                            <a:schemeClr val="tx1"/>
                          </a:solidFill>
                          <a:effectLst/>
                          <a:latin typeface="+mn-lt"/>
                          <a:ea typeface="+mn-ea"/>
                          <a:cs typeface="+mn-cs"/>
                        </a:rPr>
                        <a:t>-Remove and clear any paper jams promptly.</a:t>
                      </a:r>
                      <a:endParaRPr lang="en-AU" sz="1600" dirty="0"/>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61426759"/>
                  </a:ext>
                </a:extLst>
              </a:tr>
              <a:tr h="0">
                <a:tc>
                  <a:txBody>
                    <a:bodyPr/>
                    <a:lstStyle/>
                    <a:p>
                      <a:pPr algn="l"/>
                      <a:r>
                        <a:rPr lang="en-AU" sz="1600" b="1" dirty="0"/>
                        <a:t>Few-shot</a:t>
                      </a:r>
                      <a:endParaRPr lang="en-AU" sz="1600" dirty="0"/>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AU" sz="1600" dirty="0"/>
                        <a:t>Provides examples (Q&amp;A pairs) to guide the model on the expected format and type of answer before asking.</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AU" sz="1600" dirty="0"/>
                        <a:t>Q: What is the battery life of the Fujifilm X100V? </a:t>
                      </a:r>
                    </a:p>
                    <a:p>
                      <a:pPr algn="l"/>
                      <a:r>
                        <a:rPr lang="en-AU" sz="1600" dirty="0"/>
                        <a:t>A: Approximately 350 shots per charge. </a:t>
                      </a:r>
                    </a:p>
                    <a:p>
                      <a:pPr algn="l"/>
                      <a:r>
                        <a:rPr lang="en-AU" sz="1600" dirty="0"/>
                        <a:t>Q: What is the ISO range of the Fujifilm X-T3? A:</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AU" sz="1600" dirty="0"/>
                        <a:t>ISO 160 to 12800, expandable to 80-51200.</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58381417"/>
                  </a:ext>
                </a:extLst>
              </a:tr>
            </a:tbl>
          </a:graphicData>
        </a:graphic>
      </p:graphicFrame>
    </p:spTree>
    <p:extLst>
      <p:ext uri="{BB962C8B-B14F-4D97-AF65-F5344CB8AC3E}">
        <p14:creationId xmlns:p14="http://schemas.microsoft.com/office/powerpoint/2010/main" val="2032502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4F1F92-F805-3EF4-333A-A73611B37215}"/>
              </a:ext>
            </a:extLst>
          </p:cNvPr>
          <p:cNvSpPr>
            <a:spLocks noGrp="1"/>
          </p:cNvSpPr>
          <p:nvPr>
            <p:ph type="sldNum" sz="quarter" idx="10"/>
          </p:nvPr>
        </p:nvSpPr>
        <p:spPr/>
        <p:txBody>
          <a:bodyPr/>
          <a:lstStyle/>
          <a:p>
            <a:fld id="{9FB9FBB1-FD5B-41A6-B84B-A229A6B4BB39}" type="slidenum">
              <a:rPr lang="en-US" altLang="ja-JP" smtClean="0"/>
              <a:pPr/>
              <a:t>34</a:t>
            </a:fld>
            <a:endParaRPr lang="en-US" dirty="0"/>
          </a:p>
        </p:txBody>
      </p:sp>
      <p:sp>
        <p:nvSpPr>
          <p:cNvPr id="4" name="Title 3">
            <a:extLst>
              <a:ext uri="{FF2B5EF4-FFF2-40B4-BE49-F238E27FC236}">
                <a16:creationId xmlns:a16="http://schemas.microsoft.com/office/drawing/2014/main" id="{C9637181-444F-3F53-98A9-014CC42C6A31}"/>
              </a:ext>
            </a:extLst>
          </p:cNvPr>
          <p:cNvSpPr>
            <a:spLocks noGrp="1"/>
          </p:cNvSpPr>
          <p:nvPr>
            <p:ph type="title"/>
          </p:nvPr>
        </p:nvSpPr>
        <p:spPr/>
        <p:txBody>
          <a:bodyPr/>
          <a:lstStyle/>
          <a:p>
            <a:r>
              <a:rPr lang="en-AU" b="1" dirty="0"/>
              <a:t>Prompt Engineering Techniques</a:t>
            </a:r>
            <a:endParaRPr lang="en-AU" dirty="0"/>
          </a:p>
        </p:txBody>
      </p:sp>
      <p:sp>
        <p:nvSpPr>
          <p:cNvPr id="7" name="Text Placeholder 6">
            <a:extLst>
              <a:ext uri="{FF2B5EF4-FFF2-40B4-BE49-F238E27FC236}">
                <a16:creationId xmlns:a16="http://schemas.microsoft.com/office/drawing/2014/main" id="{8AB103F6-C429-2848-59BB-9C94C4F6874F}"/>
              </a:ext>
            </a:extLst>
          </p:cNvPr>
          <p:cNvSpPr>
            <a:spLocks noGrp="1"/>
          </p:cNvSpPr>
          <p:nvPr>
            <p:ph type="body" sz="quarter" idx="11"/>
          </p:nvPr>
        </p:nvSpPr>
        <p:spPr/>
        <p:txBody>
          <a:bodyPr/>
          <a:lstStyle/>
          <a:p>
            <a:endParaRPr lang="en-AU" dirty="0"/>
          </a:p>
          <a:p>
            <a:endParaRPr lang="en-AU" dirty="0"/>
          </a:p>
        </p:txBody>
      </p:sp>
      <p:graphicFrame>
        <p:nvGraphicFramePr>
          <p:cNvPr id="10" name="Table 9">
            <a:extLst>
              <a:ext uri="{FF2B5EF4-FFF2-40B4-BE49-F238E27FC236}">
                <a16:creationId xmlns:a16="http://schemas.microsoft.com/office/drawing/2014/main" id="{882875D3-156E-7FB5-EF74-96A8D561BDF5}"/>
              </a:ext>
            </a:extLst>
          </p:cNvPr>
          <p:cNvGraphicFramePr>
            <a:graphicFrameLocks noGrp="1"/>
          </p:cNvGraphicFramePr>
          <p:nvPr>
            <p:extLst>
              <p:ext uri="{D42A27DB-BD31-4B8C-83A1-F6EECF244321}">
                <p14:modId xmlns:p14="http://schemas.microsoft.com/office/powerpoint/2010/main" val="613631109"/>
              </p:ext>
            </p:extLst>
          </p:nvPr>
        </p:nvGraphicFramePr>
        <p:xfrm>
          <a:off x="574674" y="1180322"/>
          <a:ext cx="10000203" cy="5709896"/>
        </p:xfrm>
        <a:graphic>
          <a:graphicData uri="http://schemas.openxmlformats.org/drawingml/2006/table">
            <a:tbl>
              <a:tblPr/>
              <a:tblGrid>
                <a:gridCol w="1314288">
                  <a:extLst>
                    <a:ext uri="{9D8B030D-6E8A-4147-A177-3AD203B41FA5}">
                      <a16:colId xmlns:a16="http://schemas.microsoft.com/office/drawing/2014/main" val="3680657663"/>
                    </a:ext>
                  </a:extLst>
                </a:gridCol>
                <a:gridCol w="2574592">
                  <a:extLst>
                    <a:ext uri="{9D8B030D-6E8A-4147-A177-3AD203B41FA5}">
                      <a16:colId xmlns:a16="http://schemas.microsoft.com/office/drawing/2014/main" val="382341123"/>
                    </a:ext>
                  </a:extLst>
                </a:gridCol>
                <a:gridCol w="2088232">
                  <a:extLst>
                    <a:ext uri="{9D8B030D-6E8A-4147-A177-3AD203B41FA5}">
                      <a16:colId xmlns:a16="http://schemas.microsoft.com/office/drawing/2014/main" val="760753403"/>
                    </a:ext>
                  </a:extLst>
                </a:gridCol>
                <a:gridCol w="4023091">
                  <a:extLst>
                    <a:ext uri="{9D8B030D-6E8A-4147-A177-3AD203B41FA5}">
                      <a16:colId xmlns:a16="http://schemas.microsoft.com/office/drawing/2014/main" val="1113984391"/>
                    </a:ext>
                  </a:extLst>
                </a:gridCol>
              </a:tblGrid>
              <a:tr h="170998">
                <a:tc>
                  <a:txBody>
                    <a:bodyPr/>
                    <a:lstStyle/>
                    <a:p>
                      <a:pPr algn="ctr"/>
                      <a:r>
                        <a:rPr lang="en-AU" sz="1600" b="1" dirty="0">
                          <a:effectLst/>
                        </a:rPr>
                        <a:t>Technique</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1600" b="1" dirty="0">
                          <a:effectLst/>
                        </a:rPr>
                        <a:t>Explanation of Technique</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1600" b="1" dirty="0">
                          <a:effectLst/>
                        </a:rPr>
                        <a:t>Prompt</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1600" b="1" dirty="0">
                          <a:effectLst/>
                        </a:rPr>
                        <a:t>Expected Output</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927675"/>
                  </a:ext>
                </a:extLst>
              </a:tr>
              <a:tr h="1154670">
                <a:tc>
                  <a:txBody>
                    <a:bodyPr/>
                    <a:lstStyle/>
                    <a:p>
                      <a:r>
                        <a:rPr lang="en-AU" sz="1600" b="1" dirty="0"/>
                        <a:t>Role prompting</a:t>
                      </a:r>
                      <a:endParaRPr lang="en-AU" sz="1600" dirty="0"/>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8F8"/>
                    </a:solidFill>
                  </a:tcPr>
                </a:tc>
                <a:tc>
                  <a:txBody>
                    <a:bodyPr/>
                    <a:lstStyle/>
                    <a:p>
                      <a:r>
                        <a:rPr lang="en-AU" sz="1600" dirty="0"/>
                        <a:t>Sets a persona (“sales expert”) to influence tone, style, and content suited for selling the product.</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8F8"/>
                    </a:solidFill>
                  </a:tcPr>
                </a:tc>
                <a:tc>
                  <a:txBody>
                    <a:bodyPr/>
                    <a:lstStyle/>
                    <a:p>
                      <a:r>
                        <a:rPr lang="en-AU" sz="1600" dirty="0"/>
                        <a:t>You are a sales expert. Explain why a beginner photographer should consider buying the Fujifilm Instax Mini 11.</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8F8"/>
                    </a:solidFill>
                  </a:tcPr>
                </a:tc>
                <a:tc>
                  <a:txBody>
                    <a:bodyPr/>
                    <a:lstStyle/>
                    <a:p>
                      <a:r>
                        <a:rPr lang="en-AU" sz="1600" dirty="0"/>
                        <a:t>The Fujifilm Instax Mini 11 is perfect for beginners because it’s easy to use with auto exposure, offers instant photo prints, and comes in fun pastel colors, making photography accessible and enjoyable.</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8F8"/>
                    </a:solidFill>
                  </a:tcPr>
                </a:tc>
                <a:extLst>
                  <a:ext uri="{0D108BD9-81ED-4DB2-BD59-A6C34878D82A}">
                    <a16:rowId xmlns:a16="http://schemas.microsoft.com/office/drawing/2014/main" val="499702256"/>
                  </a:ext>
                </a:extLst>
              </a:tr>
              <a:tr h="1003319">
                <a:tc>
                  <a:txBody>
                    <a:bodyPr/>
                    <a:lstStyle/>
                    <a:p>
                      <a:r>
                        <a:rPr lang="en-AU" sz="1600" b="1" dirty="0"/>
                        <a:t>Chain-of-thought</a:t>
                      </a:r>
                      <a:endParaRPr lang="en-AU" sz="1600" dirty="0"/>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AU" sz="1600" dirty="0"/>
                        <a:t>Encourages the model to break down its answer into logical sequential steps, useful for procedural tasks.</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AU" sz="1600" dirty="0"/>
                        <a:t>Explain step-by-step how to change the film in a Fujifilm Instax Mini camera.</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AU" sz="1600" dirty="0"/>
                        <a:t>First, open the back cover by pressing the latch. Next, remove the used film cartridge carefully. Then, insert a new film pack aligning it properly. Finally, close the cover and the camera is ready to shoot.</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12739409"/>
                  </a:ext>
                </a:extLst>
              </a:tr>
              <a:tr h="851967">
                <a:tc>
                  <a:txBody>
                    <a:bodyPr/>
                    <a:lstStyle/>
                    <a:p>
                      <a:r>
                        <a:rPr lang="en-AU" sz="1600" b="1" dirty="0"/>
                        <a:t>Instruction + format</a:t>
                      </a:r>
                      <a:endParaRPr lang="en-AU" sz="1600" dirty="0"/>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8F8"/>
                    </a:solidFill>
                  </a:tcPr>
                </a:tc>
                <a:tc>
                  <a:txBody>
                    <a:bodyPr/>
                    <a:lstStyle/>
                    <a:p>
                      <a:r>
                        <a:rPr lang="en-AU" sz="1600" dirty="0"/>
                        <a:t>Provides clear instructions and specifies a desired output format (bullet list) for organized, readable answer.</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8F8"/>
                    </a:solidFill>
                  </a:tcPr>
                </a:tc>
                <a:tc>
                  <a:txBody>
                    <a:bodyPr/>
                    <a:lstStyle/>
                    <a:p>
                      <a:r>
                        <a:rPr lang="en-AU" sz="1600" dirty="0"/>
                        <a:t>List three popular Fujifilm lens models with their focal lengths in bullet points.</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8F8"/>
                    </a:solidFill>
                  </a:tcPr>
                </a:tc>
                <a:tc>
                  <a:txBody>
                    <a:bodyPr/>
                    <a:lstStyle/>
                    <a:p>
                      <a:pPr>
                        <a:buFont typeface="Arial" panose="020B0604020202020204" pitchFamily="34" charset="0"/>
                        <a:buChar char="•"/>
                      </a:pPr>
                      <a:r>
                        <a:rPr lang="en-AU" sz="1600" dirty="0">
                          <a:effectLst/>
                        </a:rPr>
                        <a:t>Fujifilm XF 35mm f/1.4 R: 35mm prime lens</a:t>
                      </a:r>
                    </a:p>
                    <a:p>
                      <a:pPr>
                        <a:buFont typeface="Arial" panose="020B0604020202020204" pitchFamily="34" charset="0"/>
                        <a:buChar char="•"/>
                      </a:pPr>
                      <a:r>
                        <a:rPr lang="en-AU" sz="1600" dirty="0">
                          <a:effectLst/>
                        </a:rPr>
                        <a:t>Fujifilm XF 16-55mm f/2.8 R LM WR: Standard zoom lens</a:t>
                      </a:r>
                    </a:p>
                    <a:p>
                      <a:pPr>
                        <a:buFont typeface="Arial" panose="020B0604020202020204" pitchFamily="34" charset="0"/>
                        <a:buChar char="•"/>
                      </a:pPr>
                      <a:r>
                        <a:rPr lang="en-AU" sz="1600" dirty="0">
                          <a:effectLst/>
                        </a:rPr>
                        <a:t>Fujifilm XF 56mm f/1.2 R: Portrait prime lens</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8F8"/>
                    </a:solidFill>
                  </a:tcPr>
                </a:tc>
                <a:extLst>
                  <a:ext uri="{0D108BD9-81ED-4DB2-BD59-A6C34878D82A}">
                    <a16:rowId xmlns:a16="http://schemas.microsoft.com/office/drawing/2014/main" val="1387796917"/>
                  </a:ext>
                </a:extLst>
              </a:tr>
              <a:tr h="322236">
                <a:tc>
                  <a:txBody>
                    <a:bodyPr/>
                    <a:lstStyle/>
                    <a:p>
                      <a:r>
                        <a:rPr lang="en-AU" sz="1600" b="1" dirty="0"/>
                        <a:t>Few-shot + Role</a:t>
                      </a:r>
                      <a:endParaRPr lang="en-AU" sz="1600" dirty="0"/>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AU" sz="1600" dirty="0"/>
                        <a:t>Combines few-shot examples with role prompting to guide both content</a:t>
                      </a:r>
                    </a:p>
                  </a:txBody>
                  <a:tcPr marL="9767" marR="9767" marT="9767" marB="97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AU" sz="1600" dirty="0"/>
                        <a:t>You are a knowledgeable technical support specialist for Fujifilm printers.</a:t>
                      </a:r>
                    </a:p>
                    <a:p>
                      <a:r>
                        <a:rPr lang="en-AU" sz="1600" dirty="0"/>
                        <a:t>Examples: </a:t>
                      </a:r>
                    </a:p>
                  </a:txBody>
                  <a:tcPr marL="23440" marR="23440" marT="11720" marB="11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600" dirty="0"/>
                        <a:t>To connect your Fujifilm printer to Wi-Fi, go to the printer’s menu, select Network Settings, choose your Wi-Fi network, and enter the password to establish a connection.</a:t>
                      </a:r>
                    </a:p>
                  </a:txBody>
                  <a:tcPr marL="23440" marR="23440" marT="11720" marB="11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1630980"/>
                  </a:ext>
                </a:extLst>
              </a:tr>
            </a:tbl>
          </a:graphicData>
        </a:graphic>
      </p:graphicFrame>
    </p:spTree>
    <p:extLst>
      <p:ext uri="{BB962C8B-B14F-4D97-AF65-F5344CB8AC3E}">
        <p14:creationId xmlns:p14="http://schemas.microsoft.com/office/powerpoint/2010/main" val="14543611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9E35-C6FD-4F6B-0B66-52737C6582D0}"/>
              </a:ext>
            </a:extLst>
          </p:cNvPr>
          <p:cNvSpPr>
            <a:spLocks noGrp="1"/>
          </p:cNvSpPr>
          <p:nvPr>
            <p:ph type="title"/>
          </p:nvPr>
        </p:nvSpPr>
        <p:spPr>
          <a:xfrm>
            <a:off x="1655241" y="2684507"/>
            <a:ext cx="8784977" cy="1075721"/>
          </a:xfrm>
        </p:spPr>
        <p:txBody>
          <a:bodyPr/>
          <a:lstStyle/>
          <a:p>
            <a:r>
              <a:rPr lang="en-AU" sz="2000" dirty="0"/>
              <a:t>Question 7:</a:t>
            </a:r>
            <a:br>
              <a:rPr lang="en-AU" sz="2000" dirty="0"/>
            </a:br>
            <a:r>
              <a:rPr lang="en-AU" sz="2000" dirty="0"/>
              <a:t>Is the following sentence a prompt? If yes, which prompt engineering technique is being used?</a:t>
            </a:r>
            <a:br>
              <a:rPr lang="en-AU" sz="2000" dirty="0"/>
            </a:br>
            <a:br>
              <a:rPr lang="en-AU" sz="2000" dirty="0"/>
            </a:br>
            <a:r>
              <a:rPr lang="en-AU" sz="1400" dirty="0"/>
              <a:t>“Show me the details of all active Fujifilm multifunction printers including company name, printer model, serial number, installation date, machine status, contract type, last meter readings for M1, M2, M3, and the preferred engineer for each customer”</a:t>
            </a:r>
            <a:br>
              <a:rPr lang="en-AU" sz="1400" dirty="0"/>
            </a:br>
            <a:endParaRPr lang="en-AU" sz="2000" dirty="0"/>
          </a:p>
        </p:txBody>
      </p:sp>
      <p:sp>
        <p:nvSpPr>
          <p:cNvPr id="3" name="Text Placeholder 2">
            <a:extLst>
              <a:ext uri="{FF2B5EF4-FFF2-40B4-BE49-F238E27FC236}">
                <a16:creationId xmlns:a16="http://schemas.microsoft.com/office/drawing/2014/main" id="{57E00EC5-0A1B-628A-5461-95191E588612}"/>
              </a:ext>
            </a:extLst>
          </p:cNvPr>
          <p:cNvSpPr>
            <a:spLocks noGrp="1"/>
          </p:cNvSpPr>
          <p:nvPr>
            <p:ph type="body" idx="1"/>
          </p:nvPr>
        </p:nvSpPr>
        <p:spPr/>
        <p:txBody>
          <a:bodyPr/>
          <a:lstStyle/>
          <a:p>
            <a:r>
              <a:rPr lang="en-AU" sz="1600" dirty="0"/>
              <a:t>Type your answer in Meeting Chat</a:t>
            </a:r>
          </a:p>
        </p:txBody>
      </p:sp>
    </p:spTree>
    <p:extLst>
      <p:ext uri="{BB962C8B-B14F-4D97-AF65-F5344CB8AC3E}">
        <p14:creationId xmlns:p14="http://schemas.microsoft.com/office/powerpoint/2010/main" val="2435320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311008-DBC7-BBC2-FA52-2999D97C5B8F}"/>
              </a:ext>
            </a:extLst>
          </p:cNvPr>
          <p:cNvSpPr>
            <a:spLocks noGrp="1"/>
          </p:cNvSpPr>
          <p:nvPr>
            <p:ph type="sldNum" sz="quarter" idx="10"/>
          </p:nvPr>
        </p:nvSpPr>
        <p:spPr/>
        <p:txBody>
          <a:bodyPr/>
          <a:lstStyle/>
          <a:p>
            <a:fld id="{9FB9FBB1-FD5B-41A6-B84B-A229A6B4BB39}" type="slidenum">
              <a:rPr lang="en-US" altLang="ja-JP" smtClean="0"/>
              <a:pPr/>
              <a:t>36</a:t>
            </a:fld>
            <a:endParaRPr lang="en-US" dirty="0"/>
          </a:p>
        </p:txBody>
      </p:sp>
      <p:sp>
        <p:nvSpPr>
          <p:cNvPr id="3" name="Text Placeholder 2">
            <a:extLst>
              <a:ext uri="{FF2B5EF4-FFF2-40B4-BE49-F238E27FC236}">
                <a16:creationId xmlns:a16="http://schemas.microsoft.com/office/drawing/2014/main" id="{6EC255E3-665F-2286-CC9B-0B685BF971AF}"/>
              </a:ext>
            </a:extLst>
          </p:cNvPr>
          <p:cNvSpPr>
            <a:spLocks noGrp="1"/>
          </p:cNvSpPr>
          <p:nvPr>
            <p:ph type="body" sz="quarter" idx="11"/>
          </p:nvPr>
        </p:nvSpPr>
        <p:spPr/>
        <p:txBody>
          <a:bodyPr/>
          <a:lstStyle/>
          <a:p>
            <a:pPr algn="l"/>
            <a:r>
              <a:rPr lang="en-AU" b="1" dirty="0"/>
              <a:t>It’s </a:t>
            </a:r>
            <a:r>
              <a:rPr lang="en-AU" b="1" i="0" dirty="0">
                <a:effectLst/>
              </a:rPr>
              <a:t>an example of a Zero-Shot Prompt because:</a:t>
            </a:r>
          </a:p>
          <a:p>
            <a:pPr algn="l">
              <a:buFont typeface="Arial" panose="020B0604020202020204" pitchFamily="34" charset="0"/>
              <a:buChar char="•"/>
            </a:pPr>
            <a:r>
              <a:rPr lang="en-AU" b="0" i="0" dirty="0">
                <a:effectLst/>
              </a:rPr>
              <a:t> It directly asks the model to perform a task or provide information.</a:t>
            </a:r>
          </a:p>
          <a:p>
            <a:pPr algn="l">
              <a:buFont typeface="Arial" panose="020B0604020202020204" pitchFamily="34" charset="0"/>
              <a:buChar char="•"/>
            </a:pPr>
            <a:r>
              <a:rPr lang="en-AU" b="0" i="0" dirty="0">
                <a:effectLst/>
              </a:rPr>
              <a:t> It does not include any examples or demonstrations beforehand.</a:t>
            </a:r>
          </a:p>
          <a:p>
            <a:pPr algn="l">
              <a:buFont typeface="Arial" panose="020B0604020202020204" pitchFamily="34" charset="0"/>
              <a:buChar char="•"/>
            </a:pPr>
            <a:r>
              <a:rPr lang="en-AU" b="0" i="0" dirty="0">
                <a:effectLst/>
              </a:rPr>
              <a:t> It expects the model to generate the correct response based solely on its training and understanding of the query.</a:t>
            </a:r>
          </a:p>
          <a:p>
            <a:br>
              <a:rPr lang="en-AU" dirty="0"/>
            </a:br>
            <a:endParaRPr lang="en-AU" dirty="0"/>
          </a:p>
        </p:txBody>
      </p:sp>
      <p:sp>
        <p:nvSpPr>
          <p:cNvPr id="4" name="Title 3">
            <a:extLst>
              <a:ext uri="{FF2B5EF4-FFF2-40B4-BE49-F238E27FC236}">
                <a16:creationId xmlns:a16="http://schemas.microsoft.com/office/drawing/2014/main" id="{ED84EF9A-7F4F-E29E-6784-7E35D464596A}"/>
              </a:ext>
            </a:extLst>
          </p:cNvPr>
          <p:cNvSpPr>
            <a:spLocks noGrp="1"/>
          </p:cNvSpPr>
          <p:nvPr>
            <p:ph type="title"/>
          </p:nvPr>
        </p:nvSpPr>
        <p:spPr/>
        <p:txBody>
          <a:bodyPr/>
          <a:lstStyle/>
          <a:p>
            <a:r>
              <a:rPr lang="en-AU" dirty="0"/>
              <a:t>Answer</a:t>
            </a:r>
          </a:p>
        </p:txBody>
      </p:sp>
    </p:spTree>
    <p:extLst>
      <p:ext uri="{BB962C8B-B14F-4D97-AF65-F5344CB8AC3E}">
        <p14:creationId xmlns:p14="http://schemas.microsoft.com/office/powerpoint/2010/main" val="18062875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B1CC70-FEC3-53CE-4CC5-B2129FDA33E4}"/>
              </a:ext>
            </a:extLst>
          </p:cNvPr>
          <p:cNvSpPr>
            <a:spLocks noGrp="1"/>
          </p:cNvSpPr>
          <p:nvPr>
            <p:ph type="sldNum" sz="quarter" idx="10"/>
          </p:nvPr>
        </p:nvSpPr>
        <p:spPr/>
        <p:txBody>
          <a:bodyPr/>
          <a:lstStyle/>
          <a:p>
            <a:fld id="{9FB9FBB1-FD5B-41A6-B84B-A229A6B4BB39}" type="slidenum">
              <a:rPr lang="en-US" altLang="ja-JP" smtClean="0"/>
              <a:pPr/>
              <a:t>37</a:t>
            </a:fld>
            <a:endParaRPr lang="en-US" dirty="0"/>
          </a:p>
        </p:txBody>
      </p:sp>
      <p:sp>
        <p:nvSpPr>
          <p:cNvPr id="3" name="Text Placeholder 2">
            <a:extLst>
              <a:ext uri="{FF2B5EF4-FFF2-40B4-BE49-F238E27FC236}">
                <a16:creationId xmlns:a16="http://schemas.microsoft.com/office/drawing/2014/main" id="{EE756C9F-A254-4B14-7017-3C9BF821F7FC}"/>
              </a:ext>
            </a:extLst>
          </p:cNvPr>
          <p:cNvSpPr>
            <a:spLocks noGrp="1"/>
          </p:cNvSpPr>
          <p:nvPr>
            <p:ph type="body" sz="quarter" idx="11"/>
          </p:nvPr>
        </p:nvSpPr>
        <p:spPr/>
        <p:txBody>
          <a:bodyPr/>
          <a:lstStyle/>
          <a:p>
            <a:r>
              <a:rPr lang="en-AU" dirty="0"/>
              <a:t>When working with large language models like GPT, it’s important to understand the key parameters that control how the model generates text. These parameters help us customize the output to suit different applications—whether you want precise answers or creative writings.</a:t>
            </a:r>
          </a:p>
          <a:p>
            <a:endParaRPr lang="en-AU" dirty="0"/>
          </a:p>
          <a:p>
            <a:endParaRPr lang="en-AU" dirty="0"/>
          </a:p>
          <a:p>
            <a:endParaRPr lang="en-AU" dirty="0"/>
          </a:p>
        </p:txBody>
      </p:sp>
      <p:sp>
        <p:nvSpPr>
          <p:cNvPr id="4" name="Title 3">
            <a:extLst>
              <a:ext uri="{FF2B5EF4-FFF2-40B4-BE49-F238E27FC236}">
                <a16:creationId xmlns:a16="http://schemas.microsoft.com/office/drawing/2014/main" id="{8D9F0BA2-B897-A192-3BFB-FDA360CECD4E}"/>
              </a:ext>
            </a:extLst>
          </p:cNvPr>
          <p:cNvSpPr>
            <a:spLocks noGrp="1"/>
          </p:cNvSpPr>
          <p:nvPr>
            <p:ph type="title"/>
          </p:nvPr>
        </p:nvSpPr>
        <p:spPr>
          <a:xfrm>
            <a:off x="575122" y="153993"/>
            <a:ext cx="7992888" cy="540000"/>
          </a:xfrm>
        </p:spPr>
        <p:txBody>
          <a:bodyPr/>
          <a:lstStyle/>
          <a:p>
            <a:r>
              <a:rPr lang="en-AU" b="1" i="0" dirty="0">
                <a:effectLst/>
                <a:latin typeface="+mn-lt"/>
              </a:rPr>
              <a:t>Key Configuration Parameters in Large Language Models (LLMs)</a:t>
            </a:r>
            <a:endParaRPr lang="en-AU" dirty="0">
              <a:latin typeface="+mn-lt"/>
            </a:endParaRPr>
          </a:p>
        </p:txBody>
      </p:sp>
      <p:graphicFrame>
        <p:nvGraphicFramePr>
          <p:cNvPr id="5" name="Table 4">
            <a:extLst>
              <a:ext uri="{FF2B5EF4-FFF2-40B4-BE49-F238E27FC236}">
                <a16:creationId xmlns:a16="http://schemas.microsoft.com/office/drawing/2014/main" id="{3149B614-91F3-7085-D19E-B9514FEF949A}"/>
              </a:ext>
            </a:extLst>
          </p:cNvPr>
          <p:cNvGraphicFramePr>
            <a:graphicFrameLocks noGrp="1"/>
          </p:cNvGraphicFramePr>
          <p:nvPr>
            <p:extLst>
              <p:ext uri="{D42A27DB-BD31-4B8C-83A1-F6EECF244321}">
                <p14:modId xmlns:p14="http://schemas.microsoft.com/office/powerpoint/2010/main" val="501967296"/>
              </p:ext>
            </p:extLst>
          </p:nvPr>
        </p:nvGraphicFramePr>
        <p:xfrm>
          <a:off x="574675" y="1889944"/>
          <a:ext cx="9505950" cy="5001458"/>
        </p:xfrm>
        <a:graphic>
          <a:graphicData uri="http://schemas.openxmlformats.org/drawingml/2006/table">
            <a:tbl>
              <a:tblPr firstRow="1" firstCol="1" bandRow="1">
                <a:tableStyleId>{5C22544A-7EE6-4342-B048-85BDC9FD1C3A}</a:tableStyleId>
              </a:tblPr>
              <a:tblGrid>
                <a:gridCol w="1872655">
                  <a:extLst>
                    <a:ext uri="{9D8B030D-6E8A-4147-A177-3AD203B41FA5}">
                      <a16:colId xmlns:a16="http://schemas.microsoft.com/office/drawing/2014/main" val="1214398946"/>
                    </a:ext>
                  </a:extLst>
                </a:gridCol>
                <a:gridCol w="5112568">
                  <a:extLst>
                    <a:ext uri="{9D8B030D-6E8A-4147-A177-3AD203B41FA5}">
                      <a16:colId xmlns:a16="http://schemas.microsoft.com/office/drawing/2014/main" val="657896219"/>
                    </a:ext>
                  </a:extLst>
                </a:gridCol>
                <a:gridCol w="2520727">
                  <a:extLst>
                    <a:ext uri="{9D8B030D-6E8A-4147-A177-3AD203B41FA5}">
                      <a16:colId xmlns:a16="http://schemas.microsoft.com/office/drawing/2014/main" val="2916045027"/>
                    </a:ext>
                  </a:extLst>
                </a:gridCol>
              </a:tblGrid>
              <a:tr h="317375">
                <a:tc>
                  <a:txBody>
                    <a:bodyPr/>
                    <a:lstStyle/>
                    <a:p>
                      <a:pPr algn="ctr">
                        <a:lnSpc>
                          <a:spcPct val="115000"/>
                        </a:lnSpc>
                        <a:spcAft>
                          <a:spcPts val="800"/>
                        </a:spcAft>
                      </a:pPr>
                      <a:r>
                        <a:rPr lang="en-AU" sz="1100" kern="100" dirty="0">
                          <a:effectLst/>
                        </a:rPr>
                        <a:t>Parameter</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ctr">
                        <a:lnSpc>
                          <a:spcPct val="115000"/>
                        </a:lnSpc>
                        <a:spcAft>
                          <a:spcPts val="800"/>
                        </a:spcAft>
                      </a:pPr>
                      <a:r>
                        <a:rPr lang="en-AU" sz="1100" kern="100" dirty="0">
                          <a:effectLst/>
                        </a:rPr>
                        <a:t>Description</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ctr">
                        <a:lnSpc>
                          <a:spcPct val="115000"/>
                        </a:lnSpc>
                        <a:spcAft>
                          <a:spcPts val="800"/>
                        </a:spcAft>
                      </a:pPr>
                      <a:r>
                        <a:rPr lang="en-AU" sz="1100" kern="100" dirty="0">
                          <a:effectLst/>
                        </a:rPr>
                        <a:t>Typical Range / Values</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extLst>
                  <a:ext uri="{0D108BD9-81ED-4DB2-BD59-A6C34878D82A}">
                    <a16:rowId xmlns:a16="http://schemas.microsoft.com/office/drawing/2014/main" val="1626899557"/>
                  </a:ext>
                </a:extLst>
              </a:tr>
              <a:tr h="506176">
                <a:tc>
                  <a:txBody>
                    <a:bodyPr/>
                    <a:lstStyle/>
                    <a:p>
                      <a:pPr algn="l">
                        <a:lnSpc>
                          <a:spcPct val="115000"/>
                        </a:lnSpc>
                        <a:spcAft>
                          <a:spcPts val="800"/>
                        </a:spcAft>
                      </a:pPr>
                      <a:r>
                        <a:rPr lang="en-AU" sz="1100" kern="100" dirty="0">
                          <a:effectLst/>
                        </a:rPr>
                        <a:t>Temperature</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r>
                        <a:rPr lang="en-AU" sz="1100" kern="100" dirty="0">
                          <a:effectLst/>
                        </a:rPr>
                        <a:t>Controls randomness in output. Lower values make output more deterministic; higher values increase creativity. </a:t>
                      </a:r>
                      <a:r>
                        <a:rPr kumimoji="1" lang="en-AU" sz="1100" b="0" i="0" kern="1200" dirty="0">
                          <a:solidFill>
                            <a:schemeClr val="dk1"/>
                          </a:solidFill>
                          <a:effectLst/>
                          <a:latin typeface="+mn-lt"/>
                          <a:ea typeface="+mn-ea"/>
                          <a:cs typeface="+mn-cs"/>
                        </a:rPr>
                        <a:t>To adjust the creativity level of the AI’s responses based on desired behaviour.</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0.0 (deterministic) to 1.0 (creative and varied outputs); often 0.7</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extLst>
                  <a:ext uri="{0D108BD9-81ED-4DB2-BD59-A6C34878D82A}">
                    <a16:rowId xmlns:a16="http://schemas.microsoft.com/office/drawing/2014/main" val="158240297"/>
                  </a:ext>
                </a:extLst>
              </a:tr>
              <a:tr h="504056">
                <a:tc>
                  <a:txBody>
                    <a:bodyPr/>
                    <a:lstStyle/>
                    <a:p>
                      <a:pPr algn="l">
                        <a:lnSpc>
                          <a:spcPct val="115000"/>
                        </a:lnSpc>
                        <a:spcAft>
                          <a:spcPts val="800"/>
                        </a:spcAft>
                      </a:pPr>
                      <a:r>
                        <a:rPr lang="en-AU" sz="1100" kern="100" dirty="0">
                          <a:effectLst/>
                        </a:rPr>
                        <a:t>Max Tokens</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kumimoji="1" lang="en-AU" sz="1100" b="0" i="0" kern="1200" dirty="0">
                          <a:solidFill>
                            <a:schemeClr val="dk1"/>
                          </a:solidFill>
                          <a:effectLst/>
                          <a:latin typeface="+mn-lt"/>
                          <a:ea typeface="+mn-ea"/>
                          <a:cs typeface="+mn-cs"/>
                        </a:rPr>
                        <a:t>Sets the maximum number of tokens (which can be words or parts of words) that the AI model is allowed to generate in its response.</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Typically, from a few up to model max (~4,000+ tokens)</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extLst>
                  <a:ext uri="{0D108BD9-81ED-4DB2-BD59-A6C34878D82A}">
                    <a16:rowId xmlns:a16="http://schemas.microsoft.com/office/drawing/2014/main" val="3872104617"/>
                  </a:ext>
                </a:extLst>
              </a:tr>
              <a:tr h="504056">
                <a:tc>
                  <a:txBody>
                    <a:bodyPr/>
                    <a:lstStyle/>
                    <a:p>
                      <a:pPr algn="l">
                        <a:lnSpc>
                          <a:spcPct val="115000"/>
                        </a:lnSpc>
                        <a:spcAft>
                          <a:spcPts val="800"/>
                        </a:spcAft>
                      </a:pPr>
                      <a:r>
                        <a:rPr lang="en-AU" sz="1100" kern="100" dirty="0">
                          <a:effectLst/>
                        </a:rPr>
                        <a:t>Top-p (Nucleus Sampling)</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Limits token selection to a subset with cumulative probability p, balancing randomness and focus.</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0.0 to 1.0 (e.g., 0.9 for balanced output)</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extLst>
                  <a:ext uri="{0D108BD9-81ED-4DB2-BD59-A6C34878D82A}">
                    <a16:rowId xmlns:a16="http://schemas.microsoft.com/office/drawing/2014/main" val="839061597"/>
                  </a:ext>
                </a:extLst>
              </a:tr>
              <a:tr h="504056">
                <a:tc>
                  <a:txBody>
                    <a:bodyPr/>
                    <a:lstStyle/>
                    <a:p>
                      <a:pPr algn="l">
                        <a:lnSpc>
                          <a:spcPct val="115000"/>
                        </a:lnSpc>
                        <a:spcAft>
                          <a:spcPts val="800"/>
                        </a:spcAft>
                      </a:pPr>
                      <a:r>
                        <a:rPr lang="en-AU" sz="1100" kern="100" dirty="0">
                          <a:effectLst/>
                        </a:rPr>
                        <a:t>Top-k</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Restricts sampling to top-k most probable tokens for the next step.</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Integer values, e.g., 40 or 50</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extLst>
                  <a:ext uri="{0D108BD9-81ED-4DB2-BD59-A6C34878D82A}">
                    <a16:rowId xmlns:a16="http://schemas.microsoft.com/office/drawing/2014/main" val="3093287085"/>
                  </a:ext>
                </a:extLst>
              </a:tr>
              <a:tr h="504056">
                <a:tc>
                  <a:txBody>
                    <a:bodyPr/>
                    <a:lstStyle/>
                    <a:p>
                      <a:pPr algn="l">
                        <a:lnSpc>
                          <a:spcPct val="115000"/>
                        </a:lnSpc>
                        <a:spcAft>
                          <a:spcPts val="800"/>
                        </a:spcAft>
                      </a:pPr>
                      <a:r>
                        <a:rPr lang="en-AU" sz="1100" kern="100" dirty="0">
                          <a:effectLst/>
                        </a:rPr>
                        <a:t>Stop Sequences</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kumimoji="1" lang="en-AU" sz="1100" b="0" i="0" kern="1200" dirty="0">
                          <a:solidFill>
                            <a:schemeClr val="dk1"/>
                          </a:solidFill>
                          <a:effectLst/>
                          <a:latin typeface="+mn-lt"/>
                          <a:ea typeface="+mn-ea"/>
                          <a:cs typeface="+mn-cs"/>
                        </a:rPr>
                        <a:t>This is a specific sequence of characters (words, punctuation, or phrases) that signals the AI to stop generating further text when encountered in the output.</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Custom strings or characters, e.g., "\n", "###"</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extLst>
                  <a:ext uri="{0D108BD9-81ED-4DB2-BD59-A6C34878D82A}">
                    <a16:rowId xmlns:a16="http://schemas.microsoft.com/office/drawing/2014/main" val="2114645484"/>
                  </a:ext>
                </a:extLst>
              </a:tr>
              <a:tr h="504056">
                <a:tc>
                  <a:txBody>
                    <a:bodyPr/>
                    <a:lstStyle/>
                    <a:p>
                      <a:pPr algn="l">
                        <a:lnSpc>
                          <a:spcPct val="115000"/>
                        </a:lnSpc>
                        <a:spcAft>
                          <a:spcPts val="800"/>
                        </a:spcAft>
                      </a:pPr>
                      <a:r>
                        <a:rPr lang="en-AU" sz="1100" kern="100" dirty="0">
                          <a:effectLst/>
                        </a:rPr>
                        <a:t>Frequency Penalty</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Penalizes repeated tokens to reduce repetition in the response.</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0.0 to 2.0</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extLst>
                  <a:ext uri="{0D108BD9-81ED-4DB2-BD59-A6C34878D82A}">
                    <a16:rowId xmlns:a16="http://schemas.microsoft.com/office/drawing/2014/main" val="3119317201"/>
                  </a:ext>
                </a:extLst>
              </a:tr>
              <a:tr h="504056">
                <a:tc>
                  <a:txBody>
                    <a:bodyPr/>
                    <a:lstStyle/>
                    <a:p>
                      <a:pPr algn="l">
                        <a:lnSpc>
                          <a:spcPct val="115000"/>
                        </a:lnSpc>
                        <a:spcAft>
                          <a:spcPts val="800"/>
                        </a:spcAft>
                      </a:pPr>
                      <a:r>
                        <a:rPr lang="en-AU" sz="1100" kern="100" dirty="0">
                          <a:effectLst/>
                        </a:rPr>
                        <a:t>Presence Penalty</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Penalizes tokens that have appeared to encourage introduction of new topics.</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0.0 to 2.0</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extLst>
                  <a:ext uri="{0D108BD9-81ED-4DB2-BD59-A6C34878D82A}">
                    <a16:rowId xmlns:a16="http://schemas.microsoft.com/office/drawing/2014/main" val="1534591394"/>
                  </a:ext>
                </a:extLst>
              </a:tr>
              <a:tr h="504056">
                <a:tc>
                  <a:txBody>
                    <a:bodyPr/>
                    <a:lstStyle/>
                    <a:p>
                      <a:pPr algn="l">
                        <a:lnSpc>
                          <a:spcPct val="115000"/>
                        </a:lnSpc>
                        <a:spcAft>
                          <a:spcPts val="800"/>
                        </a:spcAft>
                      </a:pPr>
                      <a:r>
                        <a:rPr lang="en-AU" sz="1100" kern="100" dirty="0">
                          <a:effectLst/>
                        </a:rPr>
                        <a:t>Best_of</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Generates multiple completions server-side and returns the best one based on likelihood.</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Integer, e.g., 1 to 5 (can increase latency/cost)</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extLst>
                  <a:ext uri="{0D108BD9-81ED-4DB2-BD59-A6C34878D82A}">
                    <a16:rowId xmlns:a16="http://schemas.microsoft.com/office/drawing/2014/main" val="734862124"/>
                  </a:ext>
                </a:extLst>
              </a:tr>
              <a:tr h="504056">
                <a:tc>
                  <a:txBody>
                    <a:bodyPr/>
                    <a:lstStyle/>
                    <a:p>
                      <a:pPr algn="l">
                        <a:lnSpc>
                          <a:spcPct val="115000"/>
                        </a:lnSpc>
                        <a:spcAft>
                          <a:spcPts val="800"/>
                        </a:spcAft>
                      </a:pPr>
                      <a:r>
                        <a:rPr lang="en-AU" sz="1100" kern="100" dirty="0">
                          <a:effectLst/>
                        </a:rPr>
                        <a:t>Logprobs</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Returns the log probabilities of generated tokens for analysis/debugging.</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tc>
                  <a:txBody>
                    <a:bodyPr/>
                    <a:lstStyle/>
                    <a:p>
                      <a:pPr algn="l">
                        <a:lnSpc>
                          <a:spcPct val="115000"/>
                        </a:lnSpc>
                        <a:spcAft>
                          <a:spcPts val="800"/>
                        </a:spcAft>
                      </a:pPr>
                      <a:r>
                        <a:rPr lang="en-AU" sz="1100" kern="100" dirty="0">
                          <a:effectLst/>
                        </a:rPr>
                        <a:t>Integer number of tokens to return logprobs for</a:t>
                      </a:r>
                      <a:endParaRPr lang="en-AU" sz="1100" kern="100" dirty="0">
                        <a:effectLst/>
                        <a:latin typeface="Aptos" panose="020B0004020202020204" pitchFamily="34" charset="0"/>
                        <a:ea typeface="DengXian" panose="02010600030101010101" pitchFamily="2" charset="-122"/>
                        <a:cs typeface="Cordia New" panose="020B0304020202020204" pitchFamily="34" charset="-34"/>
                      </a:endParaRPr>
                    </a:p>
                  </a:txBody>
                  <a:tcPr marL="66365" marR="66365" marT="66365" marB="66365" anchor="ctr"/>
                </a:tc>
                <a:extLst>
                  <a:ext uri="{0D108BD9-81ED-4DB2-BD59-A6C34878D82A}">
                    <a16:rowId xmlns:a16="http://schemas.microsoft.com/office/drawing/2014/main" val="1407335531"/>
                  </a:ext>
                </a:extLst>
              </a:tr>
            </a:tbl>
          </a:graphicData>
        </a:graphic>
      </p:graphicFrame>
    </p:spTree>
    <p:extLst>
      <p:ext uri="{BB962C8B-B14F-4D97-AF65-F5344CB8AC3E}">
        <p14:creationId xmlns:p14="http://schemas.microsoft.com/office/powerpoint/2010/main" val="540785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C3F989-13FE-BFB3-55DA-30D4437405F1}"/>
              </a:ext>
            </a:extLst>
          </p:cNvPr>
          <p:cNvSpPr>
            <a:spLocks noGrp="1"/>
          </p:cNvSpPr>
          <p:nvPr>
            <p:ph type="sldNum" sz="quarter" idx="10"/>
          </p:nvPr>
        </p:nvSpPr>
        <p:spPr/>
        <p:txBody>
          <a:bodyPr/>
          <a:lstStyle/>
          <a:p>
            <a:fld id="{9FB9FBB1-FD5B-41A6-B84B-A229A6B4BB39}" type="slidenum">
              <a:rPr lang="en-US" altLang="ja-JP" smtClean="0"/>
              <a:pPr/>
              <a:t>38</a:t>
            </a:fld>
            <a:endParaRPr lang="en-US" dirty="0"/>
          </a:p>
        </p:txBody>
      </p:sp>
      <p:sp>
        <p:nvSpPr>
          <p:cNvPr id="3" name="Text Placeholder 2">
            <a:extLst>
              <a:ext uri="{FF2B5EF4-FFF2-40B4-BE49-F238E27FC236}">
                <a16:creationId xmlns:a16="http://schemas.microsoft.com/office/drawing/2014/main" id="{53090E3D-248E-5FF8-D27C-C869AF815C84}"/>
              </a:ext>
            </a:extLst>
          </p:cNvPr>
          <p:cNvSpPr>
            <a:spLocks noGrp="1"/>
          </p:cNvSpPr>
          <p:nvPr>
            <p:ph type="body" sz="quarter" idx="11"/>
          </p:nvPr>
        </p:nvSpPr>
        <p:spPr/>
        <p:txBody>
          <a:bodyPr/>
          <a:lstStyle/>
          <a:p>
            <a:r>
              <a:rPr lang="en-AU" dirty="0"/>
              <a:t>Large Language Model (LLM) APIs are application programming interfaces that allow developers to interact with powerful language models like GPT (Generative Pre-trained Transformer), enabling applications to perform natural language understanding and generation tasks. </a:t>
            </a:r>
          </a:p>
          <a:p>
            <a:endParaRPr lang="en-AU" dirty="0"/>
          </a:p>
          <a:p>
            <a:r>
              <a:rPr lang="en-AU" dirty="0"/>
              <a:t>These APIs provide programmatic access to functionalities such as text generation, text completion, summarization, translation, question answering, sentiment analysis, and more, without the need for developers to train or host the models themselves.</a:t>
            </a:r>
          </a:p>
          <a:p>
            <a:endParaRPr lang="en-AU" dirty="0"/>
          </a:p>
          <a:p>
            <a:r>
              <a:rPr lang="en-AU" dirty="0"/>
              <a:t>Examples of popular LLM APIs:</a:t>
            </a:r>
          </a:p>
          <a:p>
            <a:r>
              <a:rPr lang="en-AU" b="1" dirty="0"/>
              <a:t>OpenAI GPT API</a:t>
            </a:r>
            <a:r>
              <a:rPr lang="en-AU" dirty="0"/>
              <a:t>: Provides access to GPT-3, GPT-4 models for chat, completion, embeddings, etc.</a:t>
            </a:r>
          </a:p>
          <a:p>
            <a:r>
              <a:rPr lang="en-AU" dirty="0"/>
              <a:t>Google PaLM API: Offers advanced language understanding and generation.</a:t>
            </a:r>
          </a:p>
          <a:p>
            <a:r>
              <a:rPr lang="en-AU" dirty="0"/>
              <a:t>Anthropic Claude API: Focuses on safe and steerable AI assistants.</a:t>
            </a:r>
          </a:p>
          <a:p>
            <a:r>
              <a:rPr lang="en-AU" dirty="0"/>
              <a:t>Cohere API: Provides generation, classification, and embedding models focused on business use.</a:t>
            </a:r>
          </a:p>
        </p:txBody>
      </p:sp>
      <p:sp>
        <p:nvSpPr>
          <p:cNvPr id="4" name="Title 3">
            <a:extLst>
              <a:ext uri="{FF2B5EF4-FFF2-40B4-BE49-F238E27FC236}">
                <a16:creationId xmlns:a16="http://schemas.microsoft.com/office/drawing/2014/main" id="{1B82C10B-2C85-7AC7-684E-06A26E23997A}"/>
              </a:ext>
            </a:extLst>
          </p:cNvPr>
          <p:cNvSpPr>
            <a:spLocks noGrp="1"/>
          </p:cNvSpPr>
          <p:nvPr>
            <p:ph type="title"/>
          </p:nvPr>
        </p:nvSpPr>
        <p:spPr/>
        <p:txBody>
          <a:bodyPr/>
          <a:lstStyle/>
          <a:p>
            <a:r>
              <a:rPr lang="en-AU" b="1" dirty="0"/>
              <a:t>Large Language Model (LLM) APIs</a:t>
            </a:r>
          </a:p>
        </p:txBody>
      </p:sp>
    </p:spTree>
    <p:extLst>
      <p:ext uri="{BB962C8B-B14F-4D97-AF65-F5344CB8AC3E}">
        <p14:creationId xmlns:p14="http://schemas.microsoft.com/office/powerpoint/2010/main" val="13602431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C3F989-13FE-BFB3-55DA-30D4437405F1}"/>
              </a:ext>
            </a:extLst>
          </p:cNvPr>
          <p:cNvSpPr>
            <a:spLocks noGrp="1"/>
          </p:cNvSpPr>
          <p:nvPr>
            <p:ph type="sldNum" sz="quarter" idx="10"/>
          </p:nvPr>
        </p:nvSpPr>
        <p:spPr/>
        <p:txBody>
          <a:bodyPr/>
          <a:lstStyle/>
          <a:p>
            <a:fld id="{9FB9FBB1-FD5B-41A6-B84B-A229A6B4BB39}" type="slidenum">
              <a:rPr lang="en-US" altLang="ja-JP" smtClean="0"/>
              <a:pPr/>
              <a:t>39</a:t>
            </a:fld>
            <a:endParaRPr lang="en-US" dirty="0"/>
          </a:p>
        </p:txBody>
      </p:sp>
      <p:sp>
        <p:nvSpPr>
          <p:cNvPr id="3" name="Text Placeholder 2">
            <a:extLst>
              <a:ext uri="{FF2B5EF4-FFF2-40B4-BE49-F238E27FC236}">
                <a16:creationId xmlns:a16="http://schemas.microsoft.com/office/drawing/2014/main" id="{53090E3D-248E-5FF8-D27C-C869AF815C84}"/>
              </a:ext>
            </a:extLst>
          </p:cNvPr>
          <p:cNvSpPr>
            <a:spLocks noGrp="1"/>
          </p:cNvSpPr>
          <p:nvPr>
            <p:ph type="body" sz="quarter" idx="11"/>
          </p:nvPr>
        </p:nvSpPr>
        <p:spPr>
          <a:xfrm>
            <a:off x="575123" y="1025847"/>
            <a:ext cx="9651024" cy="5760715"/>
          </a:xfrm>
        </p:spPr>
        <p:txBody>
          <a:bodyPr/>
          <a:lstStyle/>
          <a:p>
            <a:r>
              <a:rPr lang="en-AU" b="1" dirty="0"/>
              <a:t>The OpenAI API lets applications send text, images, or other inputs to OpenAI models and receive model‑generated outputs over HTTPS, just like calling any other web service.</a:t>
            </a:r>
            <a:endParaRPr lang="en-AU" dirty="0"/>
          </a:p>
          <a:p>
            <a:r>
              <a:rPr lang="en-AU" dirty="0"/>
              <a:t>Get an API Key</a:t>
            </a:r>
          </a:p>
          <a:p>
            <a:pPr marL="422550" lvl="1" indent="-285750"/>
            <a:r>
              <a:rPr lang="en-AU" dirty="0"/>
              <a:t>Sign up or log in at OpenAI’s platform.</a:t>
            </a:r>
          </a:p>
          <a:p>
            <a:pPr marL="422550" lvl="1" indent="-285750"/>
            <a:r>
              <a:rPr lang="en-AU" dirty="0"/>
              <a:t>Navigate to API keys and create a new API key.</a:t>
            </a:r>
          </a:p>
          <a:p>
            <a:pPr marL="422550" lvl="1" indent="-285750"/>
            <a:r>
              <a:rPr lang="en-AU" dirty="0"/>
              <a:t>Keep this key secure as it allows access to the service</a:t>
            </a:r>
          </a:p>
          <a:p>
            <a:pPr marL="422550" lvl="1" indent="-285750"/>
            <a:endParaRPr lang="en-AU" dirty="0"/>
          </a:p>
          <a:p>
            <a:r>
              <a:rPr lang="en-AU" b="1" dirty="0"/>
              <a:t>Demo on how to setup API key. </a:t>
            </a:r>
          </a:p>
          <a:p>
            <a:endParaRPr lang="en-AU" dirty="0"/>
          </a:p>
        </p:txBody>
      </p:sp>
      <p:sp>
        <p:nvSpPr>
          <p:cNvPr id="4" name="Title 3">
            <a:extLst>
              <a:ext uri="{FF2B5EF4-FFF2-40B4-BE49-F238E27FC236}">
                <a16:creationId xmlns:a16="http://schemas.microsoft.com/office/drawing/2014/main" id="{1B82C10B-2C85-7AC7-684E-06A26E23997A}"/>
              </a:ext>
            </a:extLst>
          </p:cNvPr>
          <p:cNvSpPr>
            <a:spLocks noGrp="1"/>
          </p:cNvSpPr>
          <p:nvPr>
            <p:ph type="title"/>
          </p:nvPr>
        </p:nvSpPr>
        <p:spPr/>
        <p:txBody>
          <a:bodyPr/>
          <a:lstStyle/>
          <a:p>
            <a:r>
              <a:rPr lang="en-AU" b="1" dirty="0"/>
              <a:t>How to Access LLM Using Open AI API?</a:t>
            </a:r>
          </a:p>
        </p:txBody>
      </p:sp>
      <p:pic>
        <p:nvPicPr>
          <p:cNvPr id="6" name="Picture 5" descr="A screenshot of a computer">
            <a:extLst>
              <a:ext uri="{FF2B5EF4-FFF2-40B4-BE49-F238E27FC236}">
                <a16:creationId xmlns:a16="http://schemas.microsoft.com/office/drawing/2014/main" id="{B3550F1C-E60B-DBC6-7A98-F5A4DA79E9F8}"/>
              </a:ext>
            </a:extLst>
          </p:cNvPr>
          <p:cNvPicPr>
            <a:picLocks noChangeAspect="1"/>
          </p:cNvPicPr>
          <p:nvPr/>
        </p:nvPicPr>
        <p:blipFill>
          <a:blip r:embed="rId2"/>
          <a:stretch>
            <a:fillRect/>
          </a:stretch>
        </p:blipFill>
        <p:spPr>
          <a:xfrm>
            <a:off x="574675" y="3402112"/>
            <a:ext cx="9577512" cy="2880320"/>
          </a:xfrm>
          <a:prstGeom prst="rect">
            <a:avLst/>
          </a:prstGeom>
        </p:spPr>
      </p:pic>
    </p:spTree>
    <p:extLst>
      <p:ext uri="{BB962C8B-B14F-4D97-AF65-F5344CB8AC3E}">
        <p14:creationId xmlns:p14="http://schemas.microsoft.com/office/powerpoint/2010/main" val="34344224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5B963-7ED8-29A2-4091-65B30794B7F7}"/>
              </a:ext>
            </a:extLst>
          </p:cNvPr>
          <p:cNvSpPr>
            <a:spLocks noGrp="1"/>
          </p:cNvSpPr>
          <p:nvPr>
            <p:ph type="sldNum" sz="quarter" idx="10"/>
          </p:nvPr>
        </p:nvSpPr>
        <p:spPr/>
        <p:txBody>
          <a:bodyPr/>
          <a:lstStyle/>
          <a:p>
            <a:fld id="{9FB9FBB1-FD5B-41A6-B84B-A229A6B4BB39}" type="slidenum">
              <a:rPr lang="en-US" altLang="ja-JP" smtClean="0"/>
              <a:pPr/>
              <a:t>40</a:t>
            </a:fld>
            <a:endParaRPr lang="en-US" dirty="0"/>
          </a:p>
        </p:txBody>
      </p:sp>
      <p:sp>
        <p:nvSpPr>
          <p:cNvPr id="3" name="Text Placeholder 2">
            <a:extLst>
              <a:ext uri="{FF2B5EF4-FFF2-40B4-BE49-F238E27FC236}">
                <a16:creationId xmlns:a16="http://schemas.microsoft.com/office/drawing/2014/main" id="{C9BE1769-B108-42A4-B5DB-80AABB48D433}"/>
              </a:ext>
            </a:extLst>
          </p:cNvPr>
          <p:cNvSpPr>
            <a:spLocks noGrp="1"/>
          </p:cNvSpPr>
          <p:nvPr>
            <p:ph type="body" sz="quarter" idx="11"/>
          </p:nvPr>
        </p:nvSpPr>
        <p:spPr/>
        <p:txBody>
          <a:bodyPr/>
          <a:lstStyle/>
          <a:p>
            <a:r>
              <a:rPr lang="en-AU" b="1" i="0" dirty="0">
                <a:effectLst/>
              </a:rPr>
              <a:t>Here's a clean and concise demo on how to call the OpenAI API</a:t>
            </a:r>
          </a:p>
          <a:p>
            <a:endParaRPr lang="en-AU" b="1" dirty="0"/>
          </a:p>
          <a:p>
            <a:r>
              <a:rPr lang="en-AU" b="0" dirty="0">
                <a:solidFill>
                  <a:srgbClr val="C586C0"/>
                </a:solidFill>
                <a:effectLst/>
                <a:latin typeface="Consolas" panose="020B0609020204030204" pitchFamily="49" charset="0"/>
              </a:rPr>
              <a:t>from</a:t>
            </a:r>
            <a:r>
              <a:rPr lang="en-AU" b="0" dirty="0">
                <a:solidFill>
                  <a:srgbClr val="CCCCCC"/>
                </a:solidFill>
                <a:effectLst/>
                <a:latin typeface="Consolas" panose="020B0609020204030204" pitchFamily="49" charset="0"/>
              </a:rPr>
              <a:t> </a:t>
            </a:r>
            <a:r>
              <a:rPr lang="en-AU" b="0" dirty="0" err="1">
                <a:solidFill>
                  <a:srgbClr val="CCCCCC"/>
                </a:solidFill>
                <a:effectLst/>
                <a:latin typeface="Consolas" panose="020B0609020204030204" pitchFamily="49" charset="0"/>
              </a:rPr>
              <a:t>openai</a:t>
            </a:r>
            <a:r>
              <a:rPr lang="en-AU" b="0" dirty="0">
                <a:solidFill>
                  <a:srgbClr val="CCCCCC"/>
                </a:solidFill>
                <a:effectLst/>
                <a:latin typeface="Consolas" panose="020B0609020204030204" pitchFamily="49" charset="0"/>
              </a:rPr>
              <a:t> </a:t>
            </a:r>
            <a:r>
              <a:rPr lang="en-AU" b="0" dirty="0">
                <a:solidFill>
                  <a:srgbClr val="C586C0"/>
                </a:solidFill>
                <a:effectLst/>
                <a:latin typeface="Consolas" panose="020B0609020204030204" pitchFamily="49" charset="0"/>
              </a:rPr>
              <a:t>import</a:t>
            </a:r>
            <a:r>
              <a:rPr lang="en-AU" b="0" dirty="0">
                <a:solidFill>
                  <a:srgbClr val="CCCCCC"/>
                </a:solidFill>
                <a:effectLst/>
                <a:latin typeface="Consolas" panose="020B0609020204030204" pitchFamily="49" charset="0"/>
              </a:rPr>
              <a:t> OpenAI</a:t>
            </a:r>
          </a:p>
          <a:p>
            <a:r>
              <a:rPr lang="en-AU" b="0" dirty="0">
                <a:solidFill>
                  <a:srgbClr val="6A9955"/>
                </a:solidFill>
                <a:effectLst/>
                <a:latin typeface="Consolas" panose="020B0609020204030204" pitchFamily="49" charset="0"/>
              </a:rPr>
              <a:t>#API_KEY = ""   # Put your real key here</a:t>
            </a:r>
            <a:br>
              <a:rPr lang="en-AU" b="0" dirty="0">
                <a:solidFill>
                  <a:srgbClr val="CCCCCC"/>
                </a:solidFill>
                <a:effectLst/>
                <a:latin typeface="Consolas" panose="020B0609020204030204" pitchFamily="49" charset="0"/>
              </a:rPr>
            </a:br>
            <a:br>
              <a:rPr lang="en-AU" b="0" dirty="0">
                <a:solidFill>
                  <a:srgbClr val="CCCCCC"/>
                </a:solidFill>
                <a:effectLst/>
                <a:latin typeface="Consolas" panose="020B0609020204030204" pitchFamily="49" charset="0"/>
              </a:rPr>
            </a:br>
            <a:r>
              <a:rPr lang="en-AU" b="0" dirty="0">
                <a:solidFill>
                  <a:srgbClr val="6A9955"/>
                </a:solidFill>
                <a:effectLst/>
                <a:latin typeface="Consolas" panose="020B0609020204030204" pitchFamily="49" charset="0"/>
              </a:rPr>
              <a:t># Configure the API client</a:t>
            </a:r>
            <a:endParaRPr lang="en-AU" b="0" dirty="0">
              <a:solidFill>
                <a:srgbClr val="CCCCCC"/>
              </a:solidFill>
              <a:effectLst/>
              <a:latin typeface="Consolas" panose="020B0609020204030204" pitchFamily="49" charset="0"/>
            </a:endParaRPr>
          </a:p>
          <a:p>
            <a:r>
              <a:rPr lang="en-AU" b="0" dirty="0">
                <a:solidFill>
                  <a:srgbClr val="6A9955"/>
                </a:solidFill>
                <a:effectLst/>
                <a:latin typeface="Consolas" panose="020B0609020204030204" pitchFamily="49" charset="0"/>
              </a:rPr>
              <a:t>#client = OpenAI(</a:t>
            </a:r>
            <a:r>
              <a:rPr lang="en-AU" b="0" dirty="0" err="1">
                <a:solidFill>
                  <a:srgbClr val="6A9955"/>
                </a:solidFill>
                <a:effectLst/>
                <a:latin typeface="Consolas" panose="020B0609020204030204" pitchFamily="49" charset="0"/>
              </a:rPr>
              <a:t>api_key</a:t>
            </a:r>
            <a:r>
              <a:rPr lang="en-AU" b="0" dirty="0">
                <a:solidFill>
                  <a:srgbClr val="6A9955"/>
                </a:solidFill>
                <a:effectLst/>
                <a:latin typeface="Consolas" panose="020B0609020204030204" pitchFamily="49" charset="0"/>
              </a:rPr>
              <a:t>=API_KEY)</a:t>
            </a:r>
            <a:endParaRPr lang="en-AU" b="0" dirty="0">
              <a:solidFill>
                <a:srgbClr val="CCCCCC"/>
              </a:solidFill>
              <a:effectLst/>
              <a:latin typeface="Consolas" panose="020B0609020204030204" pitchFamily="49" charset="0"/>
            </a:endParaRPr>
          </a:p>
          <a:p>
            <a:r>
              <a:rPr lang="en-AU" b="0" dirty="0">
                <a:solidFill>
                  <a:srgbClr val="9CDCFE"/>
                </a:solidFill>
                <a:effectLst/>
                <a:latin typeface="Consolas" panose="020B0609020204030204" pitchFamily="49" charset="0"/>
              </a:rPr>
              <a:t>client</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OpenAI(</a:t>
            </a:r>
            <a:r>
              <a:rPr lang="en-AU" b="0" dirty="0" err="1">
                <a:solidFill>
                  <a:srgbClr val="9CDCFE"/>
                </a:solidFill>
                <a:effectLst/>
                <a:latin typeface="Consolas" panose="020B0609020204030204" pitchFamily="49" charset="0"/>
              </a:rPr>
              <a:t>api_key</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CE9178"/>
                </a:solidFill>
                <a:effectLst/>
                <a:latin typeface="Consolas" panose="020B0609020204030204" pitchFamily="49" charset="0"/>
              </a:rPr>
              <a:t>"</a:t>
            </a:r>
            <a:r>
              <a:rPr lang="en-AU" b="0" dirty="0" err="1">
                <a:solidFill>
                  <a:srgbClr val="CE9178"/>
                </a:solidFill>
                <a:effectLst/>
                <a:latin typeface="Consolas" panose="020B0609020204030204" pitchFamily="49" charset="0"/>
              </a:rPr>
              <a:t>sk</a:t>
            </a:r>
            <a:r>
              <a:rPr lang="en-AU" b="0" dirty="0">
                <a:solidFill>
                  <a:srgbClr val="CE9178"/>
                </a:solidFill>
                <a:effectLst/>
                <a:latin typeface="Consolas" panose="020B0609020204030204" pitchFamily="49" charset="0"/>
              </a:rPr>
              <a:t>-”</a:t>
            </a:r>
            <a:endParaRPr lang="en-AU" b="0" dirty="0">
              <a:solidFill>
                <a:srgbClr val="CCCCCC"/>
              </a:solidFill>
              <a:effectLst/>
              <a:latin typeface="Consolas" panose="020B0609020204030204" pitchFamily="49" charset="0"/>
            </a:endParaRPr>
          </a:p>
        </p:txBody>
      </p:sp>
      <p:sp>
        <p:nvSpPr>
          <p:cNvPr id="4" name="Title 3">
            <a:extLst>
              <a:ext uri="{FF2B5EF4-FFF2-40B4-BE49-F238E27FC236}">
                <a16:creationId xmlns:a16="http://schemas.microsoft.com/office/drawing/2014/main" id="{5539B3AE-7BB0-DEFD-461E-027193BC8268}"/>
              </a:ext>
            </a:extLst>
          </p:cNvPr>
          <p:cNvSpPr>
            <a:spLocks noGrp="1"/>
          </p:cNvSpPr>
          <p:nvPr>
            <p:ph type="title"/>
          </p:nvPr>
        </p:nvSpPr>
        <p:spPr/>
        <p:txBody>
          <a:bodyPr/>
          <a:lstStyle/>
          <a:p>
            <a:r>
              <a:rPr lang="en-AU" dirty="0"/>
              <a:t>Demo on how to call API </a:t>
            </a:r>
          </a:p>
        </p:txBody>
      </p:sp>
    </p:spTree>
    <p:extLst>
      <p:ext uri="{BB962C8B-B14F-4D97-AF65-F5344CB8AC3E}">
        <p14:creationId xmlns:p14="http://schemas.microsoft.com/office/powerpoint/2010/main" val="37743532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5B963-7ED8-29A2-4091-65B30794B7F7}"/>
              </a:ext>
            </a:extLst>
          </p:cNvPr>
          <p:cNvSpPr>
            <a:spLocks noGrp="1"/>
          </p:cNvSpPr>
          <p:nvPr>
            <p:ph type="sldNum" sz="quarter" idx="10"/>
          </p:nvPr>
        </p:nvSpPr>
        <p:spPr/>
        <p:txBody>
          <a:bodyPr/>
          <a:lstStyle/>
          <a:p>
            <a:fld id="{9FB9FBB1-FD5B-41A6-B84B-A229A6B4BB39}" type="slidenum">
              <a:rPr lang="en-US" altLang="ja-JP" smtClean="0"/>
              <a:pPr/>
              <a:t>41</a:t>
            </a:fld>
            <a:endParaRPr lang="en-US" dirty="0"/>
          </a:p>
        </p:txBody>
      </p:sp>
      <p:sp>
        <p:nvSpPr>
          <p:cNvPr id="3" name="Text Placeholder 2">
            <a:extLst>
              <a:ext uri="{FF2B5EF4-FFF2-40B4-BE49-F238E27FC236}">
                <a16:creationId xmlns:a16="http://schemas.microsoft.com/office/drawing/2014/main" id="{C9BE1769-B108-42A4-B5DB-80AABB48D433}"/>
              </a:ext>
            </a:extLst>
          </p:cNvPr>
          <p:cNvSpPr>
            <a:spLocks noGrp="1"/>
          </p:cNvSpPr>
          <p:nvPr>
            <p:ph type="body" sz="quarter" idx="11"/>
          </p:nvPr>
        </p:nvSpPr>
        <p:spPr/>
        <p:txBody>
          <a:bodyPr/>
          <a:lstStyle/>
          <a:p>
            <a:r>
              <a:rPr lang="en-AU" b="1" i="0" dirty="0">
                <a:effectLst/>
              </a:rPr>
              <a:t>Here's a clean and concise demo on Understanding Generation Configuration parameters.</a:t>
            </a:r>
          </a:p>
          <a:p>
            <a:endParaRPr lang="en-AU" b="1" dirty="0"/>
          </a:p>
          <a:p>
            <a:r>
              <a:rPr lang="en-AU" b="0" dirty="0">
                <a:solidFill>
                  <a:srgbClr val="569CD6"/>
                </a:solidFill>
                <a:effectLst/>
                <a:latin typeface="Consolas" panose="020B0609020204030204" pitchFamily="49" charset="0"/>
              </a:rPr>
              <a:t>def</a:t>
            </a:r>
            <a:r>
              <a:rPr lang="en-AU" b="0" dirty="0">
                <a:solidFill>
                  <a:srgbClr val="CCCCCC"/>
                </a:solidFill>
                <a:effectLst/>
                <a:latin typeface="Consolas" panose="020B0609020204030204" pitchFamily="49" charset="0"/>
              </a:rPr>
              <a:t> </a:t>
            </a:r>
            <a:r>
              <a:rPr lang="en-AU" b="0" dirty="0" err="1">
                <a:solidFill>
                  <a:srgbClr val="DCDCAA"/>
                </a:solidFill>
                <a:effectLst/>
                <a:latin typeface="Consolas" panose="020B0609020204030204" pitchFamily="49" charset="0"/>
              </a:rPr>
              <a:t>display_default_config</a:t>
            </a:r>
            <a:r>
              <a:rPr lang="en-AU" b="0" dirty="0">
                <a:solidFill>
                  <a:srgbClr val="CCCCCC"/>
                </a:solidFill>
                <a:effectLst/>
                <a:latin typeface="Consolas" panose="020B0609020204030204" pitchFamily="49" charset="0"/>
              </a:rPr>
              <a:t>():</a:t>
            </a:r>
          </a:p>
          <a:p>
            <a:r>
              <a:rPr lang="en-AU" b="0" dirty="0">
                <a:solidFill>
                  <a:srgbClr val="CCCCCC"/>
                </a:solidFill>
                <a:effectLst/>
                <a:latin typeface="Consolas" panose="020B0609020204030204" pitchFamily="49" charset="0"/>
              </a:rPr>
              <a:t>    </a:t>
            </a:r>
            <a:r>
              <a:rPr lang="en-AU" b="0" dirty="0">
                <a:solidFill>
                  <a:srgbClr val="DCDCAA"/>
                </a:solidFill>
                <a:effectLst/>
                <a:latin typeface="Consolas" panose="020B0609020204030204" pitchFamily="49" charset="0"/>
              </a:rPr>
              <a:t>print</a:t>
            </a:r>
            <a:r>
              <a:rPr lang="en-AU" b="0" dirty="0">
                <a:solidFill>
                  <a:srgbClr val="CCCCCC"/>
                </a:solidFill>
                <a:effectLst/>
                <a:latin typeface="Consolas" panose="020B0609020204030204" pitchFamily="49" charset="0"/>
              </a:rPr>
              <a:t>(</a:t>
            </a:r>
            <a:r>
              <a:rPr lang="en-AU" b="0" dirty="0">
                <a:solidFill>
                  <a:srgbClr val="CE9178"/>
                </a:solidFill>
                <a:effectLst/>
                <a:latin typeface="Consolas" panose="020B0609020204030204" pitchFamily="49" charset="0"/>
              </a:rPr>
              <a:t>"📋 Default ChatGPT Generation Configuration"</a:t>
            </a:r>
            <a:r>
              <a:rPr lang="en-AU" b="0" dirty="0">
                <a:solidFill>
                  <a:srgbClr val="CCCCCC"/>
                </a:solidFill>
                <a:effectLst/>
                <a:latin typeface="Consolas" panose="020B0609020204030204" pitchFamily="49" charset="0"/>
              </a:rPr>
              <a:t>)</a:t>
            </a:r>
          </a:p>
          <a:p>
            <a:r>
              <a:rPr lang="en-AU" b="0" dirty="0">
                <a:solidFill>
                  <a:srgbClr val="CCCCCC"/>
                </a:solidFill>
                <a:effectLst/>
                <a:latin typeface="Consolas" panose="020B0609020204030204" pitchFamily="49" charset="0"/>
              </a:rPr>
              <a:t>    </a:t>
            </a:r>
            <a:r>
              <a:rPr lang="en-AU" b="0" dirty="0">
                <a:solidFill>
                  <a:srgbClr val="DCDCAA"/>
                </a:solidFill>
                <a:effectLst/>
                <a:latin typeface="Consolas" panose="020B0609020204030204" pitchFamily="49" charset="0"/>
              </a:rPr>
              <a:t>print</a:t>
            </a:r>
            <a:r>
              <a:rPr lang="en-AU" b="0" dirty="0">
                <a:solidFill>
                  <a:srgbClr val="CCCCCC"/>
                </a:solidFill>
                <a:effectLst/>
                <a:latin typeface="Consolas" panose="020B0609020204030204" pitchFamily="49" charset="0"/>
              </a:rPr>
              <a:t>(</a:t>
            </a:r>
            <a:r>
              <a:rPr lang="en-AU" b="0" dirty="0">
                <a:solidFill>
                  <a:srgbClr val="CE9178"/>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50</a:t>
            </a:r>
            <a:r>
              <a:rPr lang="en-AU" b="0" dirty="0">
                <a:solidFill>
                  <a:srgbClr val="CCCCCC"/>
                </a:solidFill>
                <a:effectLst/>
                <a:latin typeface="Consolas" panose="020B0609020204030204" pitchFamily="49" charset="0"/>
              </a:rPr>
              <a:t>)</a:t>
            </a:r>
          </a:p>
          <a:p>
            <a:endParaRPr lang="en-AU" b="0" dirty="0">
              <a:solidFill>
                <a:srgbClr val="CCCCCC"/>
              </a:solidFill>
              <a:effectLst/>
              <a:latin typeface="Consolas" panose="020B0609020204030204" pitchFamily="49" charset="0"/>
            </a:endParaRPr>
          </a:p>
          <a:p>
            <a:r>
              <a:rPr lang="en-AU" b="0" dirty="0">
                <a:solidFill>
                  <a:srgbClr val="CCCCCC"/>
                </a:solidFill>
                <a:effectLst/>
                <a:latin typeface="Consolas" panose="020B0609020204030204" pitchFamily="49" charset="0"/>
              </a:rPr>
              <a:t>    </a:t>
            </a:r>
            <a:r>
              <a:rPr lang="en-AU" b="0" dirty="0" err="1">
                <a:solidFill>
                  <a:srgbClr val="9CDCFE"/>
                </a:solidFill>
                <a:effectLst/>
                <a:latin typeface="Consolas" panose="020B0609020204030204" pitchFamily="49" charset="0"/>
              </a:rPr>
              <a:t>config_dict</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p>
          <a:p>
            <a:r>
              <a:rPr lang="en-AU" b="0" dirty="0">
                <a:solidFill>
                  <a:srgbClr val="CCCCCC"/>
                </a:solidFill>
                <a:effectLst/>
                <a:latin typeface="Consolas" panose="020B0609020204030204" pitchFamily="49" charset="0"/>
              </a:rPr>
              <a:t>        </a:t>
            </a:r>
            <a:r>
              <a:rPr lang="en-AU" b="0" dirty="0">
                <a:solidFill>
                  <a:srgbClr val="CE9178"/>
                </a:solidFill>
                <a:effectLst/>
                <a:latin typeface="Consolas" panose="020B0609020204030204" pitchFamily="49" charset="0"/>
              </a:rPr>
              <a:t>"temperature"</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1.0</a:t>
            </a:r>
            <a:r>
              <a:rPr lang="en-AU" b="0" dirty="0">
                <a:solidFill>
                  <a:srgbClr val="CCCCCC"/>
                </a:solidFill>
                <a:effectLst/>
                <a:latin typeface="Consolas" panose="020B0609020204030204" pitchFamily="49" charset="0"/>
              </a:rPr>
              <a:t>,        </a:t>
            </a:r>
            <a:r>
              <a:rPr lang="en-AU" b="0" dirty="0">
                <a:solidFill>
                  <a:srgbClr val="6A9955"/>
                </a:solidFill>
                <a:effectLst/>
                <a:latin typeface="Consolas" panose="020B0609020204030204" pitchFamily="49" charset="0"/>
              </a:rPr>
              <a:t># default value</a:t>
            </a:r>
            <a:endParaRPr lang="en-AU" b="0" dirty="0">
              <a:solidFill>
                <a:srgbClr val="CCCCCC"/>
              </a:solidFill>
              <a:effectLst/>
              <a:latin typeface="Consolas" panose="020B0609020204030204" pitchFamily="49" charset="0"/>
            </a:endParaRPr>
          </a:p>
          <a:p>
            <a:r>
              <a:rPr lang="en-AU" b="0" dirty="0">
                <a:solidFill>
                  <a:srgbClr val="CCCCCC"/>
                </a:solidFill>
                <a:effectLst/>
                <a:latin typeface="Consolas" panose="020B0609020204030204" pitchFamily="49" charset="0"/>
              </a:rPr>
              <a:t>        </a:t>
            </a:r>
            <a:r>
              <a:rPr lang="en-AU" b="0" dirty="0">
                <a:solidFill>
                  <a:srgbClr val="CE9178"/>
                </a:solidFill>
                <a:effectLst/>
                <a:latin typeface="Consolas" panose="020B0609020204030204" pitchFamily="49" charset="0"/>
              </a:rPr>
              <a:t>"</a:t>
            </a:r>
            <a:r>
              <a:rPr lang="en-AU" b="0" dirty="0" err="1">
                <a:solidFill>
                  <a:srgbClr val="CE9178"/>
                </a:solidFill>
                <a:effectLst/>
                <a:latin typeface="Consolas" panose="020B0609020204030204" pitchFamily="49" charset="0"/>
              </a:rPr>
              <a:t>top_p</a:t>
            </a:r>
            <a:r>
              <a:rPr lang="en-AU" b="0" dirty="0">
                <a:solidFill>
                  <a:srgbClr val="CE9178"/>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1.0</a:t>
            </a:r>
            <a:r>
              <a:rPr lang="en-AU" b="0" dirty="0">
                <a:solidFill>
                  <a:srgbClr val="CCCCCC"/>
                </a:solidFill>
                <a:effectLst/>
                <a:latin typeface="Consolas" panose="020B0609020204030204" pitchFamily="49" charset="0"/>
              </a:rPr>
              <a:t>,              </a:t>
            </a:r>
            <a:r>
              <a:rPr lang="en-AU" b="0" dirty="0">
                <a:solidFill>
                  <a:srgbClr val="6A9955"/>
                </a:solidFill>
                <a:effectLst/>
                <a:latin typeface="Consolas" panose="020B0609020204030204" pitchFamily="49" charset="0"/>
              </a:rPr>
              <a:t># default nucleus sampling</a:t>
            </a:r>
            <a:endParaRPr lang="en-AU" b="0" dirty="0">
              <a:solidFill>
                <a:srgbClr val="CCCCCC"/>
              </a:solidFill>
              <a:effectLst/>
              <a:latin typeface="Consolas" panose="020B0609020204030204" pitchFamily="49" charset="0"/>
            </a:endParaRPr>
          </a:p>
          <a:p>
            <a:r>
              <a:rPr lang="en-AU" b="0" dirty="0">
                <a:solidFill>
                  <a:srgbClr val="CCCCCC"/>
                </a:solidFill>
                <a:effectLst/>
                <a:latin typeface="Consolas" panose="020B0609020204030204" pitchFamily="49" charset="0"/>
              </a:rPr>
              <a:t>        </a:t>
            </a:r>
            <a:r>
              <a:rPr lang="en-AU" b="0" dirty="0">
                <a:solidFill>
                  <a:srgbClr val="CE9178"/>
                </a:solidFill>
                <a:effectLst/>
                <a:latin typeface="Consolas" panose="020B0609020204030204" pitchFamily="49" charset="0"/>
              </a:rPr>
              <a:t>"</a:t>
            </a:r>
            <a:r>
              <a:rPr lang="en-AU" b="0" dirty="0" err="1">
                <a:solidFill>
                  <a:srgbClr val="CE9178"/>
                </a:solidFill>
                <a:effectLst/>
                <a:latin typeface="Consolas" panose="020B0609020204030204" pitchFamily="49" charset="0"/>
              </a:rPr>
              <a:t>max_output_tokens</a:t>
            </a:r>
            <a:r>
              <a:rPr lang="en-AU" b="0" dirty="0">
                <a:solidFill>
                  <a:srgbClr val="CE9178"/>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CE9178"/>
                </a:solidFill>
                <a:effectLst/>
                <a:latin typeface="Consolas" panose="020B0609020204030204" pitchFamily="49" charset="0"/>
              </a:rPr>
              <a:t>"Model-dependent (can vary by model)"</a:t>
            </a:r>
            <a:r>
              <a:rPr lang="en-AU" b="0" dirty="0">
                <a:solidFill>
                  <a:srgbClr val="CCCCCC"/>
                </a:solidFill>
                <a:effectLst/>
                <a:latin typeface="Consolas" panose="020B0609020204030204" pitchFamily="49" charset="0"/>
              </a:rPr>
              <a:t>,</a:t>
            </a:r>
          </a:p>
          <a:p>
            <a:r>
              <a:rPr lang="en-AU" b="0" dirty="0">
                <a:solidFill>
                  <a:srgbClr val="CCCCCC"/>
                </a:solidFill>
                <a:effectLst/>
                <a:latin typeface="Consolas" panose="020B0609020204030204" pitchFamily="49" charset="0"/>
              </a:rPr>
              <a:t>        </a:t>
            </a:r>
            <a:r>
              <a:rPr lang="en-AU" b="0" dirty="0">
                <a:solidFill>
                  <a:srgbClr val="CE9178"/>
                </a:solidFill>
                <a:effectLst/>
                <a:latin typeface="Consolas" panose="020B0609020204030204" pitchFamily="49" charset="0"/>
              </a:rPr>
              <a:t>"</a:t>
            </a:r>
            <a:r>
              <a:rPr lang="en-AU" b="0" dirty="0" err="1">
                <a:solidFill>
                  <a:srgbClr val="CE9178"/>
                </a:solidFill>
                <a:effectLst/>
                <a:latin typeface="Consolas" panose="020B0609020204030204" pitchFamily="49" charset="0"/>
              </a:rPr>
              <a:t>presence_penalty</a:t>
            </a:r>
            <a:r>
              <a:rPr lang="en-AU" b="0" dirty="0">
                <a:solidFill>
                  <a:srgbClr val="CE9178"/>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0.0</a:t>
            </a:r>
            <a:r>
              <a:rPr lang="en-AU" b="0" dirty="0">
                <a:solidFill>
                  <a:srgbClr val="CCCCCC"/>
                </a:solidFill>
                <a:effectLst/>
                <a:latin typeface="Consolas" panose="020B0609020204030204" pitchFamily="49" charset="0"/>
              </a:rPr>
              <a:t>,</a:t>
            </a:r>
          </a:p>
          <a:p>
            <a:r>
              <a:rPr lang="en-AU" b="0" dirty="0">
                <a:solidFill>
                  <a:srgbClr val="CCCCCC"/>
                </a:solidFill>
                <a:effectLst/>
                <a:latin typeface="Consolas" panose="020B0609020204030204" pitchFamily="49" charset="0"/>
              </a:rPr>
              <a:t>        </a:t>
            </a:r>
            <a:r>
              <a:rPr lang="en-AU" b="0" dirty="0">
                <a:solidFill>
                  <a:srgbClr val="CE9178"/>
                </a:solidFill>
                <a:effectLst/>
                <a:latin typeface="Consolas" panose="020B0609020204030204" pitchFamily="49" charset="0"/>
              </a:rPr>
              <a:t>"</a:t>
            </a:r>
            <a:r>
              <a:rPr lang="en-AU" b="0" dirty="0" err="1">
                <a:solidFill>
                  <a:srgbClr val="CE9178"/>
                </a:solidFill>
                <a:effectLst/>
                <a:latin typeface="Consolas" panose="020B0609020204030204" pitchFamily="49" charset="0"/>
              </a:rPr>
              <a:t>frequency_penalty</a:t>
            </a:r>
            <a:r>
              <a:rPr lang="en-AU" b="0" dirty="0">
                <a:solidFill>
                  <a:srgbClr val="CE9178"/>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0.0</a:t>
            </a:r>
            <a:r>
              <a:rPr lang="en-AU" b="0" dirty="0">
                <a:solidFill>
                  <a:srgbClr val="CCCCCC"/>
                </a:solidFill>
                <a:effectLst/>
                <a:latin typeface="Consolas" panose="020B0609020204030204" pitchFamily="49" charset="0"/>
              </a:rPr>
              <a:t>,</a:t>
            </a:r>
          </a:p>
          <a:p>
            <a:r>
              <a:rPr lang="en-AU" b="0" dirty="0">
                <a:solidFill>
                  <a:srgbClr val="CCCCCC"/>
                </a:solidFill>
                <a:effectLst/>
                <a:latin typeface="Consolas" panose="020B0609020204030204" pitchFamily="49" charset="0"/>
              </a:rPr>
              <a:t>        </a:t>
            </a:r>
            <a:r>
              <a:rPr lang="en-AU" b="0" dirty="0">
                <a:solidFill>
                  <a:srgbClr val="CE9178"/>
                </a:solidFill>
                <a:effectLst/>
                <a:latin typeface="Consolas" panose="020B0609020204030204" pitchFamily="49" charset="0"/>
              </a:rPr>
              <a:t>"stop"</a:t>
            </a:r>
            <a:r>
              <a:rPr lang="en-AU" b="0" dirty="0">
                <a:solidFill>
                  <a:srgbClr val="CCCCCC"/>
                </a:solidFill>
                <a:effectLst/>
                <a:latin typeface="Consolas" panose="020B0609020204030204" pitchFamily="49" charset="0"/>
              </a:rPr>
              <a:t>: </a:t>
            </a:r>
            <a:r>
              <a:rPr lang="en-AU" b="0" dirty="0">
                <a:solidFill>
                  <a:srgbClr val="569CD6"/>
                </a:solidFill>
                <a:effectLst/>
                <a:latin typeface="Consolas" panose="020B0609020204030204" pitchFamily="49" charset="0"/>
              </a:rPr>
              <a:t>None</a:t>
            </a:r>
            <a:r>
              <a:rPr lang="en-AU" b="0" dirty="0">
                <a:solidFill>
                  <a:srgbClr val="CCCCCC"/>
                </a:solidFill>
                <a:effectLst/>
                <a:latin typeface="Consolas" panose="020B0609020204030204" pitchFamily="49" charset="0"/>
              </a:rPr>
              <a:t>               </a:t>
            </a:r>
            <a:r>
              <a:rPr lang="en-AU" b="0" dirty="0">
                <a:solidFill>
                  <a:srgbClr val="6A9955"/>
                </a:solidFill>
                <a:effectLst/>
                <a:latin typeface="Consolas" panose="020B0609020204030204" pitchFamily="49" charset="0"/>
              </a:rPr>
              <a:t># no stop sequence by default</a:t>
            </a:r>
            <a:r>
              <a:rPr lang="en-AU" b="0" dirty="0">
                <a:solidFill>
                  <a:srgbClr val="CCCCCC"/>
                </a:solidFill>
                <a:effectLst/>
                <a:latin typeface="Consolas" panose="020B0609020204030204" pitchFamily="49" charset="0"/>
              </a:rPr>
              <a:t>    }</a:t>
            </a:r>
          </a:p>
          <a:p>
            <a:br>
              <a:rPr lang="en-AU" b="0" dirty="0">
                <a:solidFill>
                  <a:srgbClr val="CCCCCC"/>
                </a:solidFill>
                <a:effectLst/>
                <a:latin typeface="Consolas" panose="020B0609020204030204" pitchFamily="49" charset="0"/>
              </a:rPr>
            </a:br>
            <a:r>
              <a:rPr lang="en-AU" b="0" dirty="0">
                <a:solidFill>
                  <a:srgbClr val="CCCCCC"/>
                </a:solidFill>
                <a:effectLst/>
                <a:latin typeface="Consolas" panose="020B0609020204030204" pitchFamily="49" charset="0"/>
              </a:rPr>
              <a:t>    </a:t>
            </a:r>
            <a:r>
              <a:rPr lang="en-AU" b="0" dirty="0">
                <a:solidFill>
                  <a:srgbClr val="6A9955"/>
                </a:solidFill>
                <a:effectLst/>
                <a:latin typeface="Consolas" panose="020B0609020204030204" pitchFamily="49" charset="0"/>
              </a:rPr>
              <a:t># Print config values</a:t>
            </a:r>
            <a:endParaRPr lang="en-AU" b="0" dirty="0">
              <a:solidFill>
                <a:srgbClr val="CCCCCC"/>
              </a:solidFill>
              <a:effectLst/>
              <a:latin typeface="Consolas" panose="020B0609020204030204" pitchFamily="49" charset="0"/>
            </a:endParaRPr>
          </a:p>
          <a:p>
            <a:r>
              <a:rPr lang="en-AU" b="0" dirty="0">
                <a:solidFill>
                  <a:srgbClr val="CCCCCC"/>
                </a:solidFill>
                <a:effectLst/>
                <a:latin typeface="Consolas" panose="020B0609020204030204" pitchFamily="49" charset="0"/>
              </a:rPr>
              <a:t>    </a:t>
            </a:r>
            <a:r>
              <a:rPr lang="en-AU" b="0" dirty="0">
                <a:solidFill>
                  <a:srgbClr val="C586C0"/>
                </a:solidFill>
                <a:effectLst/>
                <a:latin typeface="Consolas" panose="020B0609020204030204" pitchFamily="49" charset="0"/>
              </a:rPr>
              <a:t>for</a:t>
            </a:r>
            <a:r>
              <a:rPr lang="en-AU" b="0" dirty="0">
                <a:solidFill>
                  <a:srgbClr val="CCCCCC"/>
                </a:solidFill>
                <a:effectLst/>
                <a:latin typeface="Consolas" panose="020B0609020204030204" pitchFamily="49" charset="0"/>
              </a:rPr>
              <a:t> </a:t>
            </a:r>
            <a:r>
              <a:rPr lang="en-AU" b="0" dirty="0">
                <a:solidFill>
                  <a:srgbClr val="9CDCFE"/>
                </a:solidFill>
                <a:effectLst/>
                <a:latin typeface="Consolas" panose="020B0609020204030204" pitchFamily="49" charset="0"/>
              </a:rPr>
              <a:t>param</a:t>
            </a:r>
            <a:r>
              <a:rPr lang="en-AU" b="0" dirty="0">
                <a:solidFill>
                  <a:srgbClr val="CCCCCC"/>
                </a:solidFill>
                <a:effectLst/>
                <a:latin typeface="Consolas" panose="020B0609020204030204" pitchFamily="49" charset="0"/>
              </a:rPr>
              <a:t>, </a:t>
            </a:r>
            <a:r>
              <a:rPr lang="en-AU" b="0" dirty="0">
                <a:solidFill>
                  <a:srgbClr val="9CDCFE"/>
                </a:solidFill>
                <a:effectLst/>
                <a:latin typeface="Consolas" panose="020B0609020204030204" pitchFamily="49" charset="0"/>
              </a:rPr>
              <a:t>value</a:t>
            </a:r>
            <a:r>
              <a:rPr lang="en-AU" b="0" dirty="0">
                <a:solidFill>
                  <a:srgbClr val="CCCCCC"/>
                </a:solidFill>
                <a:effectLst/>
                <a:latin typeface="Consolas" panose="020B0609020204030204" pitchFamily="49" charset="0"/>
              </a:rPr>
              <a:t> </a:t>
            </a:r>
            <a:r>
              <a:rPr lang="en-AU" b="0" dirty="0">
                <a:solidFill>
                  <a:srgbClr val="C586C0"/>
                </a:solidFill>
                <a:effectLst/>
                <a:latin typeface="Consolas" panose="020B0609020204030204" pitchFamily="49" charset="0"/>
              </a:rPr>
              <a:t>in</a:t>
            </a:r>
            <a:r>
              <a:rPr lang="en-AU" b="0" dirty="0">
                <a:solidFill>
                  <a:srgbClr val="CCCCCC"/>
                </a:solidFill>
                <a:effectLst/>
                <a:latin typeface="Consolas" panose="020B0609020204030204" pitchFamily="49" charset="0"/>
              </a:rPr>
              <a:t> </a:t>
            </a:r>
            <a:r>
              <a:rPr lang="en-AU" b="0" dirty="0" err="1">
                <a:solidFill>
                  <a:srgbClr val="9CDCFE"/>
                </a:solidFill>
                <a:effectLst/>
                <a:latin typeface="Consolas" panose="020B0609020204030204" pitchFamily="49" charset="0"/>
              </a:rPr>
              <a:t>config_dict</a:t>
            </a:r>
            <a:r>
              <a:rPr lang="en-AU" b="0" dirty="0" err="1">
                <a:solidFill>
                  <a:srgbClr val="CCCCCC"/>
                </a:solidFill>
                <a:effectLst/>
                <a:latin typeface="Consolas" panose="020B0609020204030204" pitchFamily="49" charset="0"/>
              </a:rPr>
              <a:t>.</a:t>
            </a:r>
            <a:r>
              <a:rPr lang="en-AU" b="0" dirty="0" err="1">
                <a:solidFill>
                  <a:srgbClr val="DCDCAA"/>
                </a:solidFill>
                <a:effectLst/>
                <a:latin typeface="Consolas" panose="020B0609020204030204" pitchFamily="49" charset="0"/>
              </a:rPr>
              <a:t>items</a:t>
            </a:r>
            <a:r>
              <a:rPr lang="en-AU" b="0" dirty="0">
                <a:solidFill>
                  <a:srgbClr val="CCCCCC"/>
                </a:solidFill>
                <a:effectLst/>
                <a:latin typeface="Consolas" panose="020B0609020204030204" pitchFamily="49" charset="0"/>
              </a:rPr>
              <a:t>():</a:t>
            </a:r>
          </a:p>
          <a:p>
            <a:r>
              <a:rPr lang="en-AU" b="0" dirty="0">
                <a:solidFill>
                  <a:srgbClr val="CCCCCC"/>
                </a:solidFill>
                <a:effectLst/>
                <a:latin typeface="Consolas" panose="020B0609020204030204" pitchFamily="49" charset="0"/>
              </a:rPr>
              <a:t>        </a:t>
            </a:r>
            <a:r>
              <a:rPr lang="en-AU" b="0" dirty="0">
                <a:solidFill>
                  <a:srgbClr val="DCDCAA"/>
                </a:solidFill>
                <a:effectLst/>
                <a:latin typeface="Consolas" panose="020B0609020204030204" pitchFamily="49" charset="0"/>
              </a:rPr>
              <a:t>print</a:t>
            </a:r>
            <a:r>
              <a:rPr lang="en-AU" b="0" dirty="0">
                <a:solidFill>
                  <a:srgbClr val="CCCCCC"/>
                </a:solidFill>
                <a:effectLst/>
                <a:latin typeface="Consolas" panose="020B0609020204030204" pitchFamily="49" charset="0"/>
              </a:rPr>
              <a:t>(</a:t>
            </a:r>
            <a:r>
              <a:rPr lang="en-AU" b="0" dirty="0">
                <a:solidFill>
                  <a:srgbClr val="569CD6"/>
                </a:solidFill>
                <a:effectLst/>
                <a:latin typeface="Consolas" panose="020B0609020204030204" pitchFamily="49" charset="0"/>
              </a:rPr>
              <a:t>f</a:t>
            </a:r>
            <a:r>
              <a:rPr lang="en-AU" b="0" dirty="0">
                <a:solidFill>
                  <a:srgbClr val="CE9178"/>
                </a:solidFill>
                <a:effectLst/>
                <a:latin typeface="Consolas" panose="020B0609020204030204" pitchFamily="49" charset="0"/>
              </a:rPr>
              <a:t>"   </a:t>
            </a:r>
            <a:r>
              <a:rPr lang="en-AU" b="0" dirty="0">
                <a:solidFill>
                  <a:srgbClr val="569CD6"/>
                </a:solidFill>
                <a:effectLst/>
                <a:latin typeface="Consolas" panose="020B0609020204030204" pitchFamily="49" charset="0"/>
              </a:rPr>
              <a:t>{</a:t>
            </a:r>
            <a:r>
              <a:rPr lang="en-AU" b="0" dirty="0">
                <a:solidFill>
                  <a:srgbClr val="9CDCFE"/>
                </a:solidFill>
                <a:effectLst/>
                <a:latin typeface="Consolas" panose="020B0609020204030204" pitchFamily="49" charset="0"/>
              </a:rPr>
              <a:t>param</a:t>
            </a:r>
            <a:r>
              <a:rPr lang="en-AU" b="0" dirty="0">
                <a:solidFill>
                  <a:srgbClr val="569CD6"/>
                </a:solidFill>
                <a:effectLst/>
                <a:latin typeface="Consolas" panose="020B0609020204030204" pitchFamily="49" charset="0"/>
              </a:rPr>
              <a:t>}</a:t>
            </a:r>
            <a:r>
              <a:rPr lang="en-AU" b="0" dirty="0">
                <a:solidFill>
                  <a:srgbClr val="CE9178"/>
                </a:solidFill>
                <a:effectLst/>
                <a:latin typeface="Consolas" panose="020B0609020204030204" pitchFamily="49" charset="0"/>
              </a:rPr>
              <a:t>: </a:t>
            </a:r>
            <a:r>
              <a:rPr lang="en-AU" b="0" dirty="0">
                <a:solidFill>
                  <a:srgbClr val="569CD6"/>
                </a:solidFill>
                <a:effectLst/>
                <a:latin typeface="Consolas" panose="020B0609020204030204" pitchFamily="49" charset="0"/>
              </a:rPr>
              <a:t>{</a:t>
            </a:r>
            <a:r>
              <a:rPr lang="en-AU" b="0" dirty="0">
                <a:solidFill>
                  <a:srgbClr val="9CDCFE"/>
                </a:solidFill>
                <a:effectLst/>
                <a:latin typeface="Consolas" panose="020B0609020204030204" pitchFamily="49" charset="0"/>
              </a:rPr>
              <a:t>value</a:t>
            </a:r>
            <a:r>
              <a:rPr lang="en-AU" b="0" dirty="0">
                <a:solidFill>
                  <a:srgbClr val="569CD6"/>
                </a:solidFill>
                <a:effectLst/>
                <a:latin typeface="Consolas" panose="020B0609020204030204" pitchFamily="49" charset="0"/>
              </a:rPr>
              <a:t>}</a:t>
            </a:r>
            <a:r>
              <a:rPr lang="en-AU" b="0" dirty="0">
                <a:solidFill>
                  <a:srgbClr val="CE9178"/>
                </a:solidFill>
                <a:effectLst/>
                <a:latin typeface="Consolas" panose="020B0609020204030204" pitchFamily="49" charset="0"/>
              </a:rPr>
              <a:t>"</a:t>
            </a:r>
            <a:r>
              <a:rPr lang="en-AU" b="0" dirty="0">
                <a:solidFill>
                  <a:srgbClr val="CCCCCC"/>
                </a:solidFill>
                <a:effectLst/>
                <a:latin typeface="Consolas" panose="020B0609020204030204" pitchFamily="49" charset="0"/>
              </a:rPr>
              <a:t>)</a:t>
            </a:r>
          </a:p>
          <a:p>
            <a:endParaRPr lang="en-AU" b="1" i="0" dirty="0">
              <a:effectLst/>
            </a:endParaRPr>
          </a:p>
          <a:p>
            <a:endParaRPr lang="en-AU" b="1" i="0" dirty="0">
              <a:effectLst/>
            </a:endParaRPr>
          </a:p>
          <a:p>
            <a:endParaRPr lang="en-AU" b="1" dirty="0"/>
          </a:p>
          <a:p>
            <a:endParaRPr lang="en-AU" b="1" i="0" dirty="0">
              <a:effectLst/>
            </a:endParaRPr>
          </a:p>
          <a:p>
            <a:endParaRPr lang="en-AU" b="1" dirty="0"/>
          </a:p>
        </p:txBody>
      </p:sp>
      <p:sp>
        <p:nvSpPr>
          <p:cNvPr id="4" name="Title 3">
            <a:extLst>
              <a:ext uri="{FF2B5EF4-FFF2-40B4-BE49-F238E27FC236}">
                <a16:creationId xmlns:a16="http://schemas.microsoft.com/office/drawing/2014/main" id="{5539B3AE-7BB0-DEFD-461E-027193BC8268}"/>
              </a:ext>
            </a:extLst>
          </p:cNvPr>
          <p:cNvSpPr>
            <a:spLocks noGrp="1"/>
          </p:cNvSpPr>
          <p:nvPr>
            <p:ph type="title"/>
          </p:nvPr>
        </p:nvSpPr>
        <p:spPr/>
        <p:txBody>
          <a:bodyPr/>
          <a:lstStyle/>
          <a:p>
            <a:r>
              <a:rPr lang="en-AU" dirty="0"/>
              <a:t>Demo on Configuration parameters and Techniques </a:t>
            </a:r>
          </a:p>
        </p:txBody>
      </p:sp>
    </p:spTree>
    <p:extLst>
      <p:ext uri="{BB962C8B-B14F-4D97-AF65-F5344CB8AC3E}">
        <p14:creationId xmlns:p14="http://schemas.microsoft.com/office/powerpoint/2010/main" val="10688645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D9BD0D-1D07-47DF-B63B-C2072F8AD493}"/>
              </a:ext>
            </a:extLst>
          </p:cNvPr>
          <p:cNvSpPr>
            <a:spLocks noGrp="1"/>
          </p:cNvSpPr>
          <p:nvPr>
            <p:ph type="title"/>
          </p:nvPr>
        </p:nvSpPr>
        <p:spPr/>
        <p:txBody>
          <a:bodyPr/>
          <a:lstStyle/>
          <a:p>
            <a:r>
              <a:rPr lang="en-US" altLang="ja-JP" dirty="0"/>
              <a:t>Color Palette Guide</a:t>
            </a:r>
            <a:endParaRPr kumimoji="1" lang="ja-JP" altLang="en-US" dirty="0"/>
          </a:p>
        </p:txBody>
      </p:sp>
      <p:sp>
        <p:nvSpPr>
          <p:cNvPr id="3" name="スライド番号プレースホルダー 2">
            <a:extLst>
              <a:ext uri="{FF2B5EF4-FFF2-40B4-BE49-F238E27FC236}">
                <a16:creationId xmlns:a16="http://schemas.microsoft.com/office/drawing/2014/main" id="{F11C3E26-6C1F-4CEC-8677-B5517CB2AA2B}"/>
              </a:ext>
            </a:extLst>
          </p:cNvPr>
          <p:cNvSpPr>
            <a:spLocks noGrp="1"/>
          </p:cNvSpPr>
          <p:nvPr>
            <p:ph type="sldNum" sz="quarter" idx="10"/>
          </p:nvPr>
        </p:nvSpPr>
        <p:spPr/>
        <p:txBody>
          <a:bodyPr/>
          <a:lstStyle/>
          <a:p>
            <a:fld id="{9FB9FBB1-FD5B-41A6-B84B-A229A6B4BB39}" type="slidenum">
              <a:rPr lang="en-US" altLang="ja-JP" smtClean="0"/>
              <a:pPr/>
              <a:t>42</a:t>
            </a:fld>
            <a:endParaRPr lang="en-US" dirty="0"/>
          </a:p>
        </p:txBody>
      </p:sp>
      <p:sp>
        <p:nvSpPr>
          <p:cNvPr id="5" name="TextBox 4">
            <a:extLst>
              <a:ext uri="{FF2B5EF4-FFF2-40B4-BE49-F238E27FC236}">
                <a16:creationId xmlns:a16="http://schemas.microsoft.com/office/drawing/2014/main" id="{E5729F81-88AD-4BB6-9C3D-68DFE421C53B}"/>
              </a:ext>
            </a:extLst>
          </p:cNvPr>
          <p:cNvSpPr txBox="1"/>
          <p:nvPr/>
        </p:nvSpPr>
        <p:spPr>
          <a:xfrm>
            <a:off x="2500818" y="1898876"/>
            <a:ext cx="4007605" cy="466154"/>
          </a:xfrm>
          <a:prstGeom prst="rect">
            <a:avLst/>
          </a:prstGeom>
          <a:noFill/>
        </p:spPr>
        <p:txBody>
          <a:bodyPr rot="0" spcFirstLastPara="0" vertOverflow="overflow" horzOverflow="overflow" vert="horz" wrap="square" lIns="106553" tIns="53277" rIns="106553" bIns="53277" numCol="1" spcCol="0" rtlCol="0" fromWordArt="0" anchor="t" anchorCtr="0" forceAA="0" compatLnSpc="1">
            <a:prstTxWarp prst="textNoShape">
              <a:avLst/>
            </a:prstTxWarp>
            <a:spAutoFit/>
          </a:bodyPr>
          <a:lstStyle/>
          <a:p>
            <a:r>
              <a:rPr lang="en-US" altLang="ja-JP" sz="1165" b="1" dirty="0"/>
              <a:t>(1) In principle, please use the “Primary Colors” </a:t>
            </a:r>
            <a:br>
              <a:rPr lang="en-US" altLang="ja-JP" sz="1165" b="1" dirty="0"/>
            </a:br>
            <a:r>
              <a:rPr lang="en-US" altLang="ja-JP" sz="1165" b="1" dirty="0"/>
              <a:t>      to create presentation slides.</a:t>
            </a:r>
            <a:endParaRPr lang="ja-JP" altLang="en-US" sz="1398" b="1" dirty="0"/>
          </a:p>
        </p:txBody>
      </p:sp>
      <p:sp>
        <p:nvSpPr>
          <p:cNvPr id="6" name="TextBox 6">
            <a:extLst>
              <a:ext uri="{FF2B5EF4-FFF2-40B4-BE49-F238E27FC236}">
                <a16:creationId xmlns:a16="http://schemas.microsoft.com/office/drawing/2014/main" id="{4F30AEDD-63B7-4E04-B52C-979DAC181D85}"/>
              </a:ext>
            </a:extLst>
          </p:cNvPr>
          <p:cNvSpPr txBox="1"/>
          <p:nvPr/>
        </p:nvSpPr>
        <p:spPr>
          <a:xfrm>
            <a:off x="2770659" y="2384013"/>
            <a:ext cx="3290414" cy="1111652"/>
          </a:xfrm>
          <a:prstGeom prst="rect">
            <a:avLst/>
          </a:prstGeom>
          <a:noFill/>
        </p:spPr>
        <p:txBody>
          <a:bodyPr rot="0" spcFirstLastPara="0" vertOverflow="overflow" horzOverflow="overflow" vert="horz" wrap="square" lIns="106553" tIns="53277" rIns="106553" bIns="53277" numCol="1" spcCol="0" rtlCol="0" fromWordArt="0" anchor="t" anchorCtr="0" forceAA="0" compatLnSpc="1">
            <a:prstTxWarp prst="textNoShape">
              <a:avLst/>
            </a:prstTxWarp>
            <a:spAutoFit/>
          </a:bodyPr>
          <a:lstStyle/>
          <a:p>
            <a:r>
              <a:rPr lang="en-US" altLang="ja-JP" sz="932" dirty="0"/>
              <a:t>The six colors displayed here under “Theme colors” are Fujifilm’s primary colors, consisted of 4 gradations of Advanced Green and 2 gradations of Innovative Gray.</a:t>
            </a:r>
            <a:br>
              <a:rPr lang="en-US" altLang="ja-JP" sz="932" dirty="0"/>
            </a:br>
            <a:r>
              <a:rPr lang="en-US" altLang="ja-JP" sz="932" dirty="0"/>
              <a:t>Please use the four colors on the left side of the Theme Colors (white, black, Communication Red, and Advanced Green) for texts.</a:t>
            </a:r>
            <a:endParaRPr lang="ja-JP" altLang="en-US" sz="932" dirty="0"/>
          </a:p>
        </p:txBody>
      </p:sp>
      <p:sp>
        <p:nvSpPr>
          <p:cNvPr id="7" name="TextBox 7">
            <a:extLst>
              <a:ext uri="{FF2B5EF4-FFF2-40B4-BE49-F238E27FC236}">
                <a16:creationId xmlns:a16="http://schemas.microsoft.com/office/drawing/2014/main" id="{0163A173-0453-4969-815D-E81FFF30698D}"/>
              </a:ext>
            </a:extLst>
          </p:cNvPr>
          <p:cNvSpPr txBox="1"/>
          <p:nvPr/>
        </p:nvSpPr>
        <p:spPr>
          <a:xfrm>
            <a:off x="2776242" y="3524751"/>
            <a:ext cx="3463331" cy="394468"/>
          </a:xfrm>
          <a:prstGeom prst="rect">
            <a:avLst/>
          </a:prstGeom>
          <a:noFill/>
        </p:spPr>
        <p:txBody>
          <a:bodyPr rot="0" spcFirstLastPara="0" vertOverflow="overflow" horzOverflow="overflow" vert="horz" wrap="square" lIns="106553" tIns="53277" rIns="106553" bIns="53277" numCol="1" spcCol="0" rtlCol="0" fromWordArt="0" anchor="t" anchorCtr="0" forceAA="0" compatLnSpc="1">
            <a:prstTxWarp prst="textNoShape">
              <a:avLst/>
            </a:prstTxWarp>
            <a:spAutoFit/>
          </a:bodyPr>
          <a:lstStyle/>
          <a:p>
            <a:r>
              <a:rPr lang="en-US" altLang="ja-JP" sz="932" dirty="0"/>
              <a:t>Please avoid using colors automatically displayed here, which are different from Fujifilm brand’s color palette.</a:t>
            </a:r>
            <a:endParaRPr lang="ja-JP" altLang="en-US" sz="932" dirty="0"/>
          </a:p>
        </p:txBody>
      </p:sp>
      <p:sp>
        <p:nvSpPr>
          <p:cNvPr id="8" name="TextBox 9">
            <a:extLst>
              <a:ext uri="{FF2B5EF4-FFF2-40B4-BE49-F238E27FC236}">
                <a16:creationId xmlns:a16="http://schemas.microsoft.com/office/drawing/2014/main" id="{68C5B754-E6DA-4255-9AEB-83D25218C306}"/>
              </a:ext>
            </a:extLst>
          </p:cNvPr>
          <p:cNvSpPr txBox="1"/>
          <p:nvPr/>
        </p:nvSpPr>
        <p:spPr>
          <a:xfrm>
            <a:off x="2483519" y="4027736"/>
            <a:ext cx="3728338" cy="824714"/>
          </a:xfrm>
          <a:prstGeom prst="rect">
            <a:avLst/>
          </a:prstGeom>
          <a:noFill/>
        </p:spPr>
        <p:txBody>
          <a:bodyPr rot="0" spcFirstLastPara="0" vertOverflow="overflow" horzOverflow="overflow" vert="horz" wrap="square" lIns="106553" tIns="53277" rIns="106553" bIns="53277" numCol="1" spcCol="0" rtlCol="0" fromWordArt="0" anchor="t" anchorCtr="0" forceAA="0" compatLnSpc="1">
            <a:prstTxWarp prst="textNoShape">
              <a:avLst/>
            </a:prstTxWarp>
            <a:spAutoFit/>
          </a:bodyPr>
          <a:lstStyle/>
          <a:p>
            <a:r>
              <a:rPr lang="en-US" altLang="ja-JP" sz="1165" b="1" dirty="0"/>
              <a:t>(2)</a:t>
            </a:r>
            <a:r>
              <a:rPr lang="ja-JP" altLang="en-US" sz="1165" b="1" dirty="0"/>
              <a:t> </a:t>
            </a:r>
            <a:r>
              <a:rPr lang="en-US" altLang="ja-JP" sz="1165" b="1" dirty="0"/>
              <a:t>If the use of colors other than the </a:t>
            </a:r>
            <a:br>
              <a:rPr lang="en-US" altLang="ja-JP" sz="1165" b="1" dirty="0"/>
            </a:br>
            <a:r>
              <a:rPr lang="en-US" altLang="ja-JP" sz="1165" b="1" dirty="0"/>
              <a:t>      “Primary Colors” is necessary to classify </a:t>
            </a:r>
            <a:br>
              <a:rPr lang="en-US" altLang="ja-JP" sz="1165" b="1" dirty="0"/>
            </a:br>
            <a:r>
              <a:rPr lang="en-US" altLang="ja-JP" sz="1165" b="1" dirty="0"/>
              <a:t>      or identify data, you may select colors </a:t>
            </a:r>
            <a:br>
              <a:rPr lang="en-US" altLang="ja-JP" sz="1165" b="1" dirty="0"/>
            </a:br>
            <a:r>
              <a:rPr lang="en-US" altLang="ja-JP" sz="1165" b="1" dirty="0"/>
              <a:t>      from the “Secondary Colors”.</a:t>
            </a:r>
            <a:endParaRPr lang="ja-JP" altLang="en-US" sz="1165" b="1" dirty="0"/>
          </a:p>
        </p:txBody>
      </p:sp>
      <p:sp>
        <p:nvSpPr>
          <p:cNvPr id="9" name="TextBox 15">
            <a:extLst>
              <a:ext uri="{FF2B5EF4-FFF2-40B4-BE49-F238E27FC236}">
                <a16:creationId xmlns:a16="http://schemas.microsoft.com/office/drawing/2014/main" id="{1E3ACB7A-A9B2-4613-A15B-2132B46AA75F}"/>
              </a:ext>
            </a:extLst>
          </p:cNvPr>
          <p:cNvSpPr txBox="1"/>
          <p:nvPr/>
        </p:nvSpPr>
        <p:spPr>
          <a:xfrm>
            <a:off x="6932382" y="1903752"/>
            <a:ext cx="2501124" cy="286874"/>
          </a:xfrm>
          <a:prstGeom prst="rect">
            <a:avLst/>
          </a:prstGeom>
          <a:noFill/>
        </p:spPr>
        <p:txBody>
          <a:bodyPr rot="0" spcFirstLastPara="0" vertOverflow="overflow" horzOverflow="overflow" vert="horz" wrap="square" lIns="106553" tIns="53277" rIns="106553" bIns="53277" numCol="1" spcCol="0" rtlCol="0" fromWordArt="0" anchor="t" anchorCtr="0" forceAA="0" compatLnSpc="1">
            <a:prstTxWarp prst="textNoShape">
              <a:avLst/>
            </a:prstTxWarp>
            <a:spAutoFit/>
          </a:bodyPr>
          <a:lstStyle/>
          <a:p>
            <a:r>
              <a:rPr lang="en-US" altLang="ja-JP" sz="1165" b="1" dirty="0"/>
              <a:t>Color</a:t>
            </a:r>
            <a:r>
              <a:rPr lang="ja-JP" altLang="en-US" sz="1165" b="1" dirty="0"/>
              <a:t> </a:t>
            </a:r>
            <a:r>
              <a:rPr lang="en-US" altLang="ja-JP" sz="1165" b="1" dirty="0"/>
              <a:t>Picker</a:t>
            </a:r>
            <a:r>
              <a:rPr lang="ja-JP" altLang="en-US" sz="1165" b="1" dirty="0"/>
              <a:t> </a:t>
            </a:r>
            <a:r>
              <a:rPr lang="en-US" altLang="ja-JP" sz="1165" b="1" dirty="0"/>
              <a:t>Palette</a:t>
            </a:r>
            <a:endParaRPr lang="ja-JP" altLang="en-US" sz="1165" b="1" dirty="0"/>
          </a:p>
        </p:txBody>
      </p:sp>
      <p:sp>
        <p:nvSpPr>
          <p:cNvPr id="10" name="TextBox 16">
            <a:extLst>
              <a:ext uri="{FF2B5EF4-FFF2-40B4-BE49-F238E27FC236}">
                <a16:creationId xmlns:a16="http://schemas.microsoft.com/office/drawing/2014/main" id="{9A7CBBEA-483D-4DB8-81FE-CEAB2A5BD868}"/>
              </a:ext>
            </a:extLst>
          </p:cNvPr>
          <p:cNvSpPr txBox="1"/>
          <p:nvPr/>
        </p:nvSpPr>
        <p:spPr>
          <a:xfrm>
            <a:off x="2798754" y="4903530"/>
            <a:ext cx="3597003" cy="1004122"/>
          </a:xfrm>
          <a:prstGeom prst="rect">
            <a:avLst/>
          </a:prstGeom>
          <a:solidFill>
            <a:srgbClr val="FFFFFF"/>
          </a:solidFill>
        </p:spPr>
        <p:txBody>
          <a:bodyPr rot="0" spcFirstLastPara="0" vertOverflow="overflow" horzOverflow="overflow" vert="horz" wrap="square" lIns="106553" tIns="53277" rIns="106553" bIns="53277" numCol="1" spcCol="0" rtlCol="0" fromWordArt="0" anchor="t" anchorCtr="0" forceAA="0" compatLnSpc="1">
            <a:prstTxWarp prst="textNoShape">
              <a:avLst/>
            </a:prstTxWarp>
            <a:spAutoFit/>
          </a:bodyPr>
          <a:lstStyle/>
          <a:p>
            <a:r>
              <a:rPr lang="en-US" altLang="ja-JP" sz="932" dirty="0"/>
              <a:t>-Select an object and click the “Eyedropper” from the </a:t>
            </a:r>
            <a:br>
              <a:rPr lang="en-US" altLang="ja-JP" sz="932" dirty="0"/>
            </a:br>
            <a:r>
              <a:rPr lang="en-US" altLang="ja-JP" sz="932" dirty="0"/>
              <a:t> “Shape Fill” drop-down menu. </a:t>
            </a:r>
            <a:br>
              <a:rPr lang="en-US" altLang="ja-JP" sz="932" dirty="0"/>
            </a:br>
            <a:r>
              <a:rPr lang="en-US" altLang="ja-JP" sz="932" dirty="0"/>
              <a:t>-Place the eyedropper on the color picker palette and   </a:t>
            </a:r>
            <a:br>
              <a:rPr lang="en-US" altLang="ja-JP" sz="932" dirty="0"/>
            </a:br>
            <a:r>
              <a:rPr lang="en-US" altLang="ja-JP" sz="932" dirty="0"/>
              <a:t> click to choose your favorite secondary color. </a:t>
            </a:r>
            <a:endParaRPr lang="ja-JP" altLang="en-US" sz="932" dirty="0"/>
          </a:p>
          <a:p>
            <a:br>
              <a:rPr lang="en-US" altLang="ja-JP" sz="699" dirty="0"/>
            </a:br>
            <a:r>
              <a:rPr lang="en-US" altLang="ja-JP" sz="699" dirty="0"/>
              <a:t>*Please note that the “Eyedropper” tool is available only when you open the </a:t>
            </a:r>
            <a:br>
              <a:rPr lang="en-US" altLang="ja-JP" sz="699" dirty="0"/>
            </a:br>
            <a:r>
              <a:rPr lang="en-US" altLang="ja-JP" sz="699" dirty="0"/>
              <a:t> PowerPoint application, and not when it is open via web browser.</a:t>
            </a:r>
            <a:endParaRPr lang="ja-JP" altLang="en-US" sz="699" dirty="0"/>
          </a:p>
        </p:txBody>
      </p:sp>
      <p:grpSp>
        <p:nvGrpSpPr>
          <p:cNvPr id="11" name="グループ化 10">
            <a:extLst>
              <a:ext uri="{FF2B5EF4-FFF2-40B4-BE49-F238E27FC236}">
                <a16:creationId xmlns:a16="http://schemas.microsoft.com/office/drawing/2014/main" id="{330A5E1D-35FA-42CD-85DB-912776174A4B}"/>
              </a:ext>
            </a:extLst>
          </p:cNvPr>
          <p:cNvGrpSpPr/>
          <p:nvPr/>
        </p:nvGrpSpPr>
        <p:grpSpPr>
          <a:xfrm>
            <a:off x="512583" y="1861991"/>
            <a:ext cx="2176522" cy="3702277"/>
            <a:chOff x="146050" y="1304974"/>
            <a:chExt cx="1867814" cy="3177163"/>
          </a:xfrm>
        </p:grpSpPr>
        <p:sp>
          <p:nvSpPr>
            <p:cNvPr id="84" name="右中かっこ 83">
              <a:extLst>
                <a:ext uri="{FF2B5EF4-FFF2-40B4-BE49-F238E27FC236}">
                  <a16:creationId xmlns:a16="http://schemas.microsoft.com/office/drawing/2014/main" id="{EB8BB7E1-7196-486C-8B59-990FAC7B96E4}"/>
                </a:ext>
              </a:extLst>
            </p:cNvPr>
            <p:cNvSpPr/>
            <p:nvPr/>
          </p:nvSpPr>
          <p:spPr>
            <a:xfrm>
              <a:off x="1730526" y="2029679"/>
              <a:ext cx="193102" cy="1040749"/>
            </a:xfrm>
            <a:prstGeom prst="rightBrace">
              <a:avLst>
                <a:gd name="adj1" fmla="val 0"/>
                <a:gd name="adj2" fmla="val 77206"/>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098"/>
            </a:p>
          </p:txBody>
        </p:sp>
        <p:cxnSp>
          <p:nvCxnSpPr>
            <p:cNvPr id="85" name="直線矢印コネクタ 84">
              <a:extLst>
                <a:ext uri="{FF2B5EF4-FFF2-40B4-BE49-F238E27FC236}">
                  <a16:creationId xmlns:a16="http://schemas.microsoft.com/office/drawing/2014/main" id="{0B904408-9FE8-4BA1-B13F-9439BF3CD95B}"/>
                </a:ext>
              </a:extLst>
            </p:cNvPr>
            <p:cNvCxnSpPr>
              <a:cxnSpLocks/>
            </p:cNvCxnSpPr>
            <p:nvPr/>
          </p:nvCxnSpPr>
          <p:spPr>
            <a:xfrm>
              <a:off x="1565495" y="1846883"/>
              <a:ext cx="41570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56BB3726-55BC-40FB-9D9A-DA8366F9120C}"/>
                </a:ext>
              </a:extLst>
            </p:cNvPr>
            <p:cNvCxnSpPr>
              <a:cxnSpLocks/>
            </p:cNvCxnSpPr>
            <p:nvPr/>
          </p:nvCxnSpPr>
          <p:spPr>
            <a:xfrm>
              <a:off x="1823703" y="2829257"/>
              <a:ext cx="190161"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矢印コネクタ 86">
              <a:extLst>
                <a:ext uri="{FF2B5EF4-FFF2-40B4-BE49-F238E27FC236}">
                  <a16:creationId xmlns:a16="http://schemas.microsoft.com/office/drawing/2014/main" id="{E3F20BD9-0079-45D6-AD45-970E44BC8831}"/>
                </a:ext>
              </a:extLst>
            </p:cNvPr>
            <p:cNvCxnSpPr>
              <a:cxnSpLocks/>
            </p:cNvCxnSpPr>
            <p:nvPr/>
          </p:nvCxnSpPr>
          <p:spPr>
            <a:xfrm>
              <a:off x="1221384" y="3618755"/>
              <a:ext cx="79248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88" name="グループ化 87">
              <a:extLst>
                <a:ext uri="{FF2B5EF4-FFF2-40B4-BE49-F238E27FC236}">
                  <a16:creationId xmlns:a16="http://schemas.microsoft.com/office/drawing/2014/main" id="{3C4C2118-A43C-432A-9CC5-6E687FCF5B2F}"/>
                </a:ext>
              </a:extLst>
            </p:cNvPr>
            <p:cNvGrpSpPr/>
            <p:nvPr/>
          </p:nvGrpSpPr>
          <p:grpSpPr>
            <a:xfrm>
              <a:off x="210907" y="1304974"/>
              <a:ext cx="1409700" cy="3177163"/>
              <a:chOff x="228601" y="1331337"/>
              <a:chExt cx="1409700" cy="3177163"/>
            </a:xfrm>
          </p:grpSpPr>
          <p:grpSp>
            <p:nvGrpSpPr>
              <p:cNvPr id="91" name="グループ化 90">
                <a:extLst>
                  <a:ext uri="{FF2B5EF4-FFF2-40B4-BE49-F238E27FC236}">
                    <a16:creationId xmlns:a16="http://schemas.microsoft.com/office/drawing/2014/main" id="{CCF55508-5CC2-4A3C-9289-7924AA616E4B}"/>
                  </a:ext>
                </a:extLst>
              </p:cNvPr>
              <p:cNvGrpSpPr/>
              <p:nvPr/>
            </p:nvGrpSpPr>
            <p:grpSpPr>
              <a:xfrm>
                <a:off x="228601" y="1331337"/>
                <a:ext cx="1409700" cy="3177163"/>
                <a:chOff x="323849" y="1331258"/>
                <a:chExt cx="1314451" cy="3137764"/>
              </a:xfrm>
            </p:grpSpPr>
            <p:pic>
              <p:nvPicPr>
                <p:cNvPr id="93" name="図 92">
                  <a:extLst>
                    <a:ext uri="{FF2B5EF4-FFF2-40B4-BE49-F238E27FC236}">
                      <a16:creationId xmlns:a16="http://schemas.microsoft.com/office/drawing/2014/main" id="{DE193122-3A9C-4533-9D6F-B9B7BA28A24F}"/>
                    </a:ext>
                  </a:extLst>
                </p:cNvPr>
                <p:cNvPicPr>
                  <a:picLocks noChangeAspect="1"/>
                </p:cNvPicPr>
                <p:nvPr/>
              </p:nvPicPr>
              <p:blipFill rotWithShape="1">
                <a:blip r:embed="rId2"/>
                <a:srcRect l="539"/>
                <a:stretch/>
              </p:blipFill>
              <p:spPr>
                <a:xfrm>
                  <a:off x="323849" y="1334469"/>
                  <a:ext cx="1292013" cy="3134553"/>
                </a:xfrm>
                <a:prstGeom prst="rect">
                  <a:avLst/>
                </a:prstGeom>
              </p:spPr>
            </p:pic>
            <p:sp>
              <p:nvSpPr>
                <p:cNvPr id="94" name="正方形/長方形 93">
                  <a:extLst>
                    <a:ext uri="{FF2B5EF4-FFF2-40B4-BE49-F238E27FC236}">
                      <a16:creationId xmlns:a16="http://schemas.microsoft.com/office/drawing/2014/main" id="{4AB2A8F6-7BD4-4F1A-A8FB-45D7C3158C66}"/>
                    </a:ext>
                  </a:extLst>
                </p:cNvPr>
                <p:cNvSpPr/>
                <p:nvPr/>
              </p:nvSpPr>
              <p:spPr>
                <a:xfrm>
                  <a:off x="1043608" y="1331258"/>
                  <a:ext cx="594692" cy="211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98"/>
                </a:p>
              </p:txBody>
            </p:sp>
          </p:grpSp>
          <p:pic>
            <p:nvPicPr>
              <p:cNvPr id="92" name="図 91">
                <a:extLst>
                  <a:ext uri="{FF2B5EF4-FFF2-40B4-BE49-F238E27FC236}">
                    <a16:creationId xmlns:a16="http://schemas.microsoft.com/office/drawing/2014/main" id="{7AA11956-EEE6-4E21-A218-73FAAD2D8EC6}"/>
                  </a:ext>
                </a:extLst>
              </p:cNvPr>
              <p:cNvPicPr>
                <a:picLocks noChangeAspect="1"/>
              </p:cNvPicPr>
              <p:nvPr/>
            </p:nvPicPr>
            <p:blipFill rotWithShape="1">
              <a:blip r:embed="rId3"/>
              <a:srcRect l="-1" r="1162"/>
              <a:stretch/>
            </p:blipFill>
            <p:spPr>
              <a:xfrm>
                <a:off x="259580" y="1798132"/>
                <a:ext cx="1322206" cy="742625"/>
              </a:xfrm>
              <a:prstGeom prst="rect">
                <a:avLst/>
              </a:prstGeom>
            </p:spPr>
          </p:pic>
        </p:grpSp>
        <p:sp>
          <p:nvSpPr>
            <p:cNvPr id="89" name="正方形/長方形 88">
              <a:extLst>
                <a:ext uri="{FF2B5EF4-FFF2-40B4-BE49-F238E27FC236}">
                  <a16:creationId xmlns:a16="http://schemas.microsoft.com/office/drawing/2014/main" id="{611FB549-B3DC-41F6-A8D5-6B66D40E530B}"/>
                </a:ext>
              </a:extLst>
            </p:cNvPr>
            <p:cNvSpPr/>
            <p:nvPr/>
          </p:nvSpPr>
          <p:spPr>
            <a:xfrm>
              <a:off x="146050" y="1976538"/>
              <a:ext cx="1504285" cy="1116801"/>
            </a:xfrm>
            <a:prstGeom prst="rect">
              <a:avLst/>
            </a:prstGeom>
            <a:solidFill>
              <a:schemeClr val="bg2">
                <a:lumMod val="40000"/>
                <a:lumOff val="60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98"/>
            </a:p>
          </p:txBody>
        </p:sp>
        <p:sp>
          <p:nvSpPr>
            <p:cNvPr id="90" name="正方形/長方形 89">
              <a:extLst>
                <a:ext uri="{FF2B5EF4-FFF2-40B4-BE49-F238E27FC236}">
                  <a16:creationId xmlns:a16="http://schemas.microsoft.com/office/drawing/2014/main" id="{72B54BA7-54D0-49B3-852D-6BDA432DBCEC}"/>
                </a:ext>
              </a:extLst>
            </p:cNvPr>
            <p:cNvSpPr/>
            <p:nvPr/>
          </p:nvSpPr>
          <p:spPr>
            <a:xfrm>
              <a:off x="755576" y="1771769"/>
              <a:ext cx="808516" cy="1390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98"/>
            </a:p>
          </p:txBody>
        </p:sp>
      </p:grpSp>
      <p:sp>
        <p:nvSpPr>
          <p:cNvPr id="12" name="テキスト ボックス 11">
            <a:extLst>
              <a:ext uri="{FF2B5EF4-FFF2-40B4-BE49-F238E27FC236}">
                <a16:creationId xmlns:a16="http://schemas.microsoft.com/office/drawing/2014/main" id="{D2E64C22-9D79-4BA4-9357-97804C6AC417}"/>
              </a:ext>
            </a:extLst>
          </p:cNvPr>
          <p:cNvSpPr txBox="1"/>
          <p:nvPr/>
        </p:nvSpPr>
        <p:spPr>
          <a:xfrm>
            <a:off x="582687" y="1179195"/>
            <a:ext cx="6599702" cy="307777"/>
          </a:xfrm>
          <a:prstGeom prst="rect">
            <a:avLst/>
          </a:prstGeom>
          <a:noFill/>
        </p:spPr>
        <p:txBody>
          <a:bodyPr wrap="square" rtlCol="0">
            <a:spAutoFit/>
          </a:bodyPr>
          <a:lstStyle/>
          <a:p>
            <a:r>
              <a:rPr kumimoji="1" lang="en-US" altLang="ja-JP" sz="1400" dirty="0"/>
              <a:t>Please follow the procedures below to select colors.</a:t>
            </a:r>
            <a:endParaRPr kumimoji="1" lang="ja-JP" altLang="en-US" sz="1400" dirty="0"/>
          </a:p>
        </p:txBody>
      </p:sp>
      <p:grpSp>
        <p:nvGrpSpPr>
          <p:cNvPr id="13" name="グループ化 12">
            <a:extLst>
              <a:ext uri="{FF2B5EF4-FFF2-40B4-BE49-F238E27FC236}">
                <a16:creationId xmlns:a16="http://schemas.microsoft.com/office/drawing/2014/main" id="{B461A4F2-30D3-45E4-94B8-F6BB147638F9}"/>
              </a:ext>
            </a:extLst>
          </p:cNvPr>
          <p:cNvGrpSpPr/>
          <p:nvPr/>
        </p:nvGrpSpPr>
        <p:grpSpPr>
          <a:xfrm>
            <a:off x="7006699" y="2398605"/>
            <a:ext cx="2564050" cy="2808950"/>
            <a:chOff x="5323473" y="1304974"/>
            <a:chExt cx="2564050" cy="2808950"/>
          </a:xfrm>
        </p:grpSpPr>
        <p:sp>
          <p:nvSpPr>
            <p:cNvPr id="16" name="テキスト ボックス 15">
              <a:extLst>
                <a:ext uri="{FF2B5EF4-FFF2-40B4-BE49-F238E27FC236}">
                  <a16:creationId xmlns:a16="http://schemas.microsoft.com/office/drawing/2014/main" id="{3EF34389-FC02-4370-9532-C785662FDDAF}"/>
                </a:ext>
              </a:extLst>
            </p:cNvPr>
            <p:cNvSpPr txBox="1"/>
            <p:nvPr/>
          </p:nvSpPr>
          <p:spPr>
            <a:xfrm>
              <a:off x="5341083" y="1304974"/>
              <a:ext cx="2546440" cy="2808950"/>
            </a:xfrm>
            <a:prstGeom prst="rect">
              <a:avLst/>
            </a:prstGeom>
            <a:noFill/>
            <a:ln>
              <a:solidFill>
                <a:schemeClr val="tx1">
                  <a:lumMod val="50000"/>
                  <a:lumOff val="50000"/>
                </a:schemeClr>
              </a:solidFill>
            </a:ln>
          </p:spPr>
          <p:txBody>
            <a:bodyPr wrap="square" rtlCol="0">
              <a:noAutofit/>
            </a:bodyPr>
            <a:lstStyle/>
            <a:p>
              <a:endParaRPr kumimoji="1" lang="ja-JP" altLang="en-US"/>
            </a:p>
          </p:txBody>
        </p:sp>
        <p:grpSp>
          <p:nvGrpSpPr>
            <p:cNvPr id="17" name="グループ化 16">
              <a:extLst>
                <a:ext uri="{FF2B5EF4-FFF2-40B4-BE49-F238E27FC236}">
                  <a16:creationId xmlns:a16="http://schemas.microsoft.com/office/drawing/2014/main" id="{462E3A0C-2A1A-48A4-B93A-CBBD063EF028}"/>
                </a:ext>
              </a:extLst>
            </p:cNvPr>
            <p:cNvGrpSpPr/>
            <p:nvPr/>
          </p:nvGrpSpPr>
          <p:grpSpPr>
            <a:xfrm>
              <a:off x="5432404" y="2436545"/>
              <a:ext cx="2340000" cy="1352183"/>
              <a:chOff x="5418985" y="2790906"/>
              <a:chExt cx="2340000" cy="1352183"/>
            </a:xfrm>
          </p:grpSpPr>
          <p:grpSp>
            <p:nvGrpSpPr>
              <p:cNvPr id="45" name="グループ化 44">
                <a:extLst>
                  <a:ext uri="{FF2B5EF4-FFF2-40B4-BE49-F238E27FC236}">
                    <a16:creationId xmlns:a16="http://schemas.microsoft.com/office/drawing/2014/main" id="{6083D30F-6CDB-4EDC-9867-72E405DCFF59}"/>
                  </a:ext>
                </a:extLst>
              </p:cNvPr>
              <p:cNvGrpSpPr/>
              <p:nvPr/>
            </p:nvGrpSpPr>
            <p:grpSpPr>
              <a:xfrm>
                <a:off x="5418985" y="3936505"/>
                <a:ext cx="2340000" cy="206584"/>
                <a:chOff x="6081087" y="1218292"/>
                <a:chExt cx="2176383" cy="206584"/>
              </a:xfrm>
            </p:grpSpPr>
            <p:sp>
              <p:nvSpPr>
                <p:cNvPr id="77" name="正方形/長方形 76">
                  <a:extLst>
                    <a:ext uri="{FF2B5EF4-FFF2-40B4-BE49-F238E27FC236}">
                      <a16:creationId xmlns:a16="http://schemas.microsoft.com/office/drawing/2014/main" id="{B5CD69D2-028A-4E43-953A-C8AA76EDB19C}"/>
                    </a:ext>
                  </a:extLst>
                </p:cNvPr>
                <p:cNvSpPr/>
                <p:nvPr/>
              </p:nvSpPr>
              <p:spPr>
                <a:xfrm>
                  <a:off x="6081087" y="1218292"/>
                  <a:ext cx="292374" cy="206584"/>
                </a:xfrm>
                <a:prstGeom prst="rect">
                  <a:avLst/>
                </a:prstGeom>
                <a:solidFill>
                  <a:srgbClr val="67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正方形/長方形 77">
                  <a:extLst>
                    <a:ext uri="{FF2B5EF4-FFF2-40B4-BE49-F238E27FC236}">
                      <a16:creationId xmlns:a16="http://schemas.microsoft.com/office/drawing/2014/main" id="{4D32ECC4-BF7D-4E1E-BA77-5605442218FF}"/>
                    </a:ext>
                  </a:extLst>
                </p:cNvPr>
                <p:cNvSpPr/>
                <p:nvPr/>
              </p:nvSpPr>
              <p:spPr>
                <a:xfrm>
                  <a:off x="6396732" y="1218292"/>
                  <a:ext cx="292374" cy="206584"/>
                </a:xfrm>
                <a:prstGeom prst="rect">
                  <a:avLst/>
                </a:prstGeom>
                <a:solidFill>
                  <a:srgbClr val="85B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正方形/長方形 78">
                  <a:extLst>
                    <a:ext uri="{FF2B5EF4-FFF2-40B4-BE49-F238E27FC236}">
                      <a16:creationId xmlns:a16="http://schemas.microsoft.com/office/drawing/2014/main" id="{9BF84D19-C1DE-4778-979A-1A9FD64F7541}"/>
                    </a:ext>
                  </a:extLst>
                </p:cNvPr>
                <p:cNvSpPr/>
                <p:nvPr/>
              </p:nvSpPr>
              <p:spPr>
                <a:xfrm>
                  <a:off x="6709693" y="1218292"/>
                  <a:ext cx="292374" cy="206584"/>
                </a:xfrm>
                <a:prstGeom prst="rect">
                  <a:avLst/>
                </a:prstGeom>
                <a:solidFill>
                  <a:srgbClr val="A4C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正方形/長方形 79">
                  <a:extLst>
                    <a:ext uri="{FF2B5EF4-FFF2-40B4-BE49-F238E27FC236}">
                      <a16:creationId xmlns:a16="http://schemas.microsoft.com/office/drawing/2014/main" id="{9FF7E56C-7262-4827-9CE9-BCBF7166C1D1}"/>
                    </a:ext>
                  </a:extLst>
                </p:cNvPr>
                <p:cNvSpPr/>
                <p:nvPr/>
              </p:nvSpPr>
              <p:spPr>
                <a:xfrm>
                  <a:off x="7025338" y="1218292"/>
                  <a:ext cx="292374" cy="206584"/>
                </a:xfrm>
                <a:prstGeom prst="rect">
                  <a:avLst/>
                </a:prstGeom>
                <a:solidFill>
                  <a:srgbClr val="C2DE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正方形/長方形 80">
                  <a:extLst>
                    <a:ext uri="{FF2B5EF4-FFF2-40B4-BE49-F238E27FC236}">
                      <a16:creationId xmlns:a16="http://schemas.microsoft.com/office/drawing/2014/main" id="{CEA9A2EB-2487-4B78-9B71-23DC94D9F616}"/>
                    </a:ext>
                  </a:extLst>
                </p:cNvPr>
                <p:cNvSpPr/>
                <p:nvPr/>
              </p:nvSpPr>
              <p:spPr>
                <a:xfrm>
                  <a:off x="7336490" y="1218292"/>
                  <a:ext cx="292374" cy="206584"/>
                </a:xfrm>
                <a:prstGeom prst="rect">
                  <a:avLst/>
                </a:prstGeom>
                <a:solidFill>
                  <a:srgbClr val="E1EE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正方形/長方形 81">
                  <a:extLst>
                    <a:ext uri="{FF2B5EF4-FFF2-40B4-BE49-F238E27FC236}">
                      <a16:creationId xmlns:a16="http://schemas.microsoft.com/office/drawing/2014/main" id="{09DFA832-1922-4D31-90B2-79F9610FD1A1}"/>
                    </a:ext>
                  </a:extLst>
                </p:cNvPr>
                <p:cNvSpPr/>
                <p:nvPr/>
              </p:nvSpPr>
              <p:spPr>
                <a:xfrm>
                  <a:off x="7649451" y="1218292"/>
                  <a:ext cx="292374" cy="206584"/>
                </a:xfrm>
                <a:prstGeom prst="rect">
                  <a:avLst/>
                </a:prstGeom>
                <a:solidFill>
                  <a:srgbClr val="F0F7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正方形/長方形 82">
                  <a:extLst>
                    <a:ext uri="{FF2B5EF4-FFF2-40B4-BE49-F238E27FC236}">
                      <a16:creationId xmlns:a16="http://schemas.microsoft.com/office/drawing/2014/main" id="{09E34ECC-34BE-408A-B39E-22BADA505EBC}"/>
                    </a:ext>
                  </a:extLst>
                </p:cNvPr>
                <p:cNvSpPr/>
                <p:nvPr/>
              </p:nvSpPr>
              <p:spPr>
                <a:xfrm>
                  <a:off x="7965096" y="1218292"/>
                  <a:ext cx="292374" cy="206584"/>
                </a:xfrm>
                <a:prstGeom prst="rect">
                  <a:avLst/>
                </a:prstGeom>
                <a:solidFill>
                  <a:srgbClr val="3456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6" name="グループ化 45">
                <a:extLst>
                  <a:ext uri="{FF2B5EF4-FFF2-40B4-BE49-F238E27FC236}">
                    <a16:creationId xmlns:a16="http://schemas.microsoft.com/office/drawing/2014/main" id="{DBA7477A-7C67-4C3D-9DBE-0FD32070F6FE}"/>
                  </a:ext>
                </a:extLst>
              </p:cNvPr>
              <p:cNvGrpSpPr/>
              <p:nvPr/>
            </p:nvGrpSpPr>
            <p:grpSpPr>
              <a:xfrm>
                <a:off x="5418985" y="3078492"/>
                <a:ext cx="2340000" cy="206584"/>
                <a:chOff x="6081087" y="1218292"/>
                <a:chExt cx="2176383" cy="206584"/>
              </a:xfrm>
            </p:grpSpPr>
            <p:sp>
              <p:nvSpPr>
                <p:cNvPr id="70" name="正方形/長方形 69">
                  <a:extLst>
                    <a:ext uri="{FF2B5EF4-FFF2-40B4-BE49-F238E27FC236}">
                      <a16:creationId xmlns:a16="http://schemas.microsoft.com/office/drawing/2014/main" id="{B048BA6E-A31A-47E7-91ED-B4C1A864103F}"/>
                    </a:ext>
                  </a:extLst>
                </p:cNvPr>
                <p:cNvSpPr/>
                <p:nvPr/>
              </p:nvSpPr>
              <p:spPr>
                <a:xfrm>
                  <a:off x="6081087" y="1218292"/>
                  <a:ext cx="292374" cy="206584"/>
                </a:xfrm>
                <a:prstGeom prst="rect">
                  <a:avLst/>
                </a:prstGeom>
                <a:solidFill>
                  <a:srgbClr val="8E58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正方形/長方形 70">
                  <a:extLst>
                    <a:ext uri="{FF2B5EF4-FFF2-40B4-BE49-F238E27FC236}">
                      <a16:creationId xmlns:a16="http://schemas.microsoft.com/office/drawing/2014/main" id="{F560D73E-8A6C-4C38-886B-D6F926DC0957}"/>
                    </a:ext>
                  </a:extLst>
                </p:cNvPr>
                <p:cNvSpPr/>
                <p:nvPr/>
              </p:nvSpPr>
              <p:spPr>
                <a:xfrm>
                  <a:off x="6396732" y="1218292"/>
                  <a:ext cx="292374" cy="206584"/>
                </a:xfrm>
                <a:prstGeom prst="rect">
                  <a:avLst/>
                </a:prstGeom>
                <a:solidFill>
                  <a:srgbClr val="A5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639410A8-B3F1-4383-BC8B-6EF61A309A00}"/>
                    </a:ext>
                  </a:extLst>
                </p:cNvPr>
                <p:cNvSpPr/>
                <p:nvPr/>
              </p:nvSpPr>
              <p:spPr>
                <a:xfrm>
                  <a:off x="6709693" y="1218292"/>
                  <a:ext cx="292374" cy="206584"/>
                </a:xfrm>
                <a:prstGeom prst="rect">
                  <a:avLst/>
                </a:prstGeom>
                <a:solidFill>
                  <a:srgbClr val="BB9B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正方形/長方形 72">
                  <a:extLst>
                    <a:ext uri="{FF2B5EF4-FFF2-40B4-BE49-F238E27FC236}">
                      <a16:creationId xmlns:a16="http://schemas.microsoft.com/office/drawing/2014/main" id="{9BD41411-4FDB-42A3-BCD7-0B2895D3F300}"/>
                    </a:ext>
                  </a:extLst>
                </p:cNvPr>
                <p:cNvSpPr/>
                <p:nvPr/>
              </p:nvSpPr>
              <p:spPr>
                <a:xfrm>
                  <a:off x="7025338" y="1218292"/>
                  <a:ext cx="292374" cy="206584"/>
                </a:xfrm>
                <a:prstGeom prst="rect">
                  <a:avLst/>
                </a:prstGeom>
                <a:solidFill>
                  <a:srgbClr val="D2B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正方形/長方形 73">
                  <a:extLst>
                    <a:ext uri="{FF2B5EF4-FFF2-40B4-BE49-F238E27FC236}">
                      <a16:creationId xmlns:a16="http://schemas.microsoft.com/office/drawing/2014/main" id="{A770704F-CD95-461A-BF57-0105C9798F08}"/>
                    </a:ext>
                  </a:extLst>
                </p:cNvPr>
                <p:cNvSpPr/>
                <p:nvPr/>
              </p:nvSpPr>
              <p:spPr>
                <a:xfrm>
                  <a:off x="7336490" y="1218292"/>
                  <a:ext cx="292374" cy="206584"/>
                </a:xfrm>
                <a:prstGeom prst="rect">
                  <a:avLst/>
                </a:prstGeom>
                <a:solidFill>
                  <a:srgbClr val="E8D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正方形/長方形 74">
                  <a:extLst>
                    <a:ext uri="{FF2B5EF4-FFF2-40B4-BE49-F238E27FC236}">
                      <a16:creationId xmlns:a16="http://schemas.microsoft.com/office/drawing/2014/main" id="{B5B52BE1-2F7E-4563-AD76-04E9AF9396AC}"/>
                    </a:ext>
                  </a:extLst>
                </p:cNvPr>
                <p:cNvSpPr/>
                <p:nvPr/>
              </p:nvSpPr>
              <p:spPr>
                <a:xfrm>
                  <a:off x="7649451" y="1218292"/>
                  <a:ext cx="292374" cy="206584"/>
                </a:xfrm>
                <a:prstGeom prst="rect">
                  <a:avLst/>
                </a:prstGeom>
                <a:solidFill>
                  <a:srgbClr val="F4EE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正方形/長方形 75">
                  <a:extLst>
                    <a:ext uri="{FF2B5EF4-FFF2-40B4-BE49-F238E27FC236}">
                      <a16:creationId xmlns:a16="http://schemas.microsoft.com/office/drawing/2014/main" id="{2B457B4C-5E52-4734-8539-364ADE6CEC05}"/>
                    </a:ext>
                  </a:extLst>
                </p:cNvPr>
                <p:cNvSpPr/>
                <p:nvPr/>
              </p:nvSpPr>
              <p:spPr>
                <a:xfrm>
                  <a:off x="7965096" y="1218292"/>
                  <a:ext cx="292374" cy="206584"/>
                </a:xfrm>
                <a:prstGeom prst="rect">
                  <a:avLst/>
                </a:prstGeom>
                <a:solidFill>
                  <a:srgbClr val="472C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7" name="グループ化 46">
                <a:extLst>
                  <a:ext uri="{FF2B5EF4-FFF2-40B4-BE49-F238E27FC236}">
                    <a16:creationId xmlns:a16="http://schemas.microsoft.com/office/drawing/2014/main" id="{82CB80E5-D0BE-4263-BACB-5FE5FBF6BFE9}"/>
                  </a:ext>
                </a:extLst>
              </p:cNvPr>
              <p:cNvGrpSpPr/>
              <p:nvPr/>
            </p:nvGrpSpPr>
            <p:grpSpPr>
              <a:xfrm>
                <a:off x="5418985" y="3370465"/>
                <a:ext cx="2340000" cy="206584"/>
                <a:chOff x="6081087" y="1218292"/>
                <a:chExt cx="2176383" cy="206584"/>
              </a:xfrm>
            </p:grpSpPr>
            <p:sp>
              <p:nvSpPr>
                <p:cNvPr id="63" name="正方形/長方形 62">
                  <a:extLst>
                    <a:ext uri="{FF2B5EF4-FFF2-40B4-BE49-F238E27FC236}">
                      <a16:creationId xmlns:a16="http://schemas.microsoft.com/office/drawing/2014/main" id="{BEC78B9A-0026-4585-9FA2-706C3F485F30}"/>
                    </a:ext>
                  </a:extLst>
                </p:cNvPr>
                <p:cNvSpPr/>
                <p:nvPr/>
              </p:nvSpPr>
              <p:spPr>
                <a:xfrm>
                  <a:off x="6081087" y="1218292"/>
                  <a:ext cx="292374" cy="206584"/>
                </a:xfrm>
                <a:prstGeom prst="rect">
                  <a:avLst/>
                </a:prstGeom>
                <a:solidFill>
                  <a:srgbClr val="E035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CF03BDFA-83BA-47E4-9D4E-28100223D2B7}"/>
                    </a:ext>
                  </a:extLst>
                </p:cNvPr>
                <p:cNvSpPr/>
                <p:nvPr/>
              </p:nvSpPr>
              <p:spPr>
                <a:xfrm>
                  <a:off x="6396732" y="1218292"/>
                  <a:ext cx="292374" cy="206584"/>
                </a:xfrm>
                <a:prstGeom prst="rect">
                  <a:avLst/>
                </a:prstGeom>
                <a:solidFill>
                  <a:srgbClr val="E65D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a:extLst>
                    <a:ext uri="{FF2B5EF4-FFF2-40B4-BE49-F238E27FC236}">
                      <a16:creationId xmlns:a16="http://schemas.microsoft.com/office/drawing/2014/main" id="{57003DF3-4F10-4598-A5AD-D1B0C168DE3C}"/>
                    </a:ext>
                  </a:extLst>
                </p:cNvPr>
                <p:cNvSpPr/>
                <p:nvPr/>
              </p:nvSpPr>
              <p:spPr>
                <a:xfrm>
                  <a:off x="6709693" y="1218292"/>
                  <a:ext cx="292374" cy="206584"/>
                </a:xfrm>
                <a:prstGeom prst="rect">
                  <a:avLst/>
                </a:prstGeom>
                <a:solidFill>
                  <a:srgbClr val="EC86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C2E40F20-54B2-4522-ABB7-E6B590FD80E3}"/>
                    </a:ext>
                  </a:extLst>
                </p:cNvPr>
                <p:cNvSpPr/>
                <p:nvPr/>
              </p:nvSpPr>
              <p:spPr>
                <a:xfrm>
                  <a:off x="7025338" y="1218292"/>
                  <a:ext cx="292374" cy="206584"/>
                </a:xfrm>
                <a:prstGeom prst="rect">
                  <a:avLst/>
                </a:prstGeom>
                <a:solidFill>
                  <a:srgbClr val="F3A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正方形/長方形 66">
                  <a:extLst>
                    <a:ext uri="{FF2B5EF4-FFF2-40B4-BE49-F238E27FC236}">
                      <a16:creationId xmlns:a16="http://schemas.microsoft.com/office/drawing/2014/main" id="{B2C336D2-F6CC-4F6F-BC2B-962D6BC34230}"/>
                    </a:ext>
                  </a:extLst>
                </p:cNvPr>
                <p:cNvSpPr/>
                <p:nvPr/>
              </p:nvSpPr>
              <p:spPr>
                <a:xfrm>
                  <a:off x="7336490" y="1218292"/>
                  <a:ext cx="292374" cy="206584"/>
                </a:xfrm>
                <a:prstGeom prst="rect">
                  <a:avLst/>
                </a:prstGeom>
                <a:solidFill>
                  <a:srgbClr val="F9D7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正方形/長方形 67">
                  <a:extLst>
                    <a:ext uri="{FF2B5EF4-FFF2-40B4-BE49-F238E27FC236}">
                      <a16:creationId xmlns:a16="http://schemas.microsoft.com/office/drawing/2014/main" id="{FA725749-FB2B-4691-A33C-807FF66AE4B7}"/>
                    </a:ext>
                  </a:extLst>
                </p:cNvPr>
                <p:cNvSpPr/>
                <p:nvPr/>
              </p:nvSpPr>
              <p:spPr>
                <a:xfrm>
                  <a:off x="7649451" y="1218292"/>
                  <a:ext cx="292374" cy="206584"/>
                </a:xfrm>
                <a:prstGeom prst="rect">
                  <a:avLst/>
                </a:prstGeom>
                <a:solidFill>
                  <a:srgbClr val="FCE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211D2324-D132-430C-BA62-2E53785BC245}"/>
                    </a:ext>
                  </a:extLst>
                </p:cNvPr>
                <p:cNvSpPr/>
                <p:nvPr/>
              </p:nvSpPr>
              <p:spPr>
                <a:xfrm>
                  <a:off x="7965096" y="1218292"/>
                  <a:ext cx="292374" cy="206584"/>
                </a:xfrm>
                <a:prstGeom prst="rect">
                  <a:avLst/>
                </a:prstGeom>
                <a:solidFill>
                  <a:srgbClr val="701B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8" name="グループ化 47">
                <a:extLst>
                  <a:ext uri="{FF2B5EF4-FFF2-40B4-BE49-F238E27FC236}">
                    <a16:creationId xmlns:a16="http://schemas.microsoft.com/office/drawing/2014/main" id="{7AB10E45-3E7C-4D50-BAD5-EB4F6EAA4ABE}"/>
                  </a:ext>
                </a:extLst>
              </p:cNvPr>
              <p:cNvGrpSpPr/>
              <p:nvPr/>
            </p:nvGrpSpPr>
            <p:grpSpPr>
              <a:xfrm>
                <a:off x="5418985" y="3659567"/>
                <a:ext cx="2340000" cy="206584"/>
                <a:chOff x="6081087" y="1218292"/>
                <a:chExt cx="2176383" cy="206584"/>
              </a:xfrm>
            </p:grpSpPr>
            <p:sp>
              <p:nvSpPr>
                <p:cNvPr id="56" name="正方形/長方形 55">
                  <a:extLst>
                    <a:ext uri="{FF2B5EF4-FFF2-40B4-BE49-F238E27FC236}">
                      <a16:creationId xmlns:a16="http://schemas.microsoft.com/office/drawing/2014/main" id="{7A68024B-C863-4382-ADDD-97CA1A78F01F}"/>
                    </a:ext>
                  </a:extLst>
                </p:cNvPr>
                <p:cNvSpPr/>
                <p:nvPr/>
              </p:nvSpPr>
              <p:spPr>
                <a:xfrm>
                  <a:off x="6081087" y="1218292"/>
                  <a:ext cx="292374" cy="206584"/>
                </a:xfrm>
                <a:prstGeom prst="rect">
                  <a:avLst/>
                </a:prstGeom>
                <a:solidFill>
                  <a:srgbClr val="EA5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527ADAE0-D1DC-457C-8C57-1995FAAF664C}"/>
                    </a:ext>
                  </a:extLst>
                </p:cNvPr>
                <p:cNvSpPr/>
                <p:nvPr/>
              </p:nvSpPr>
              <p:spPr>
                <a:xfrm>
                  <a:off x="6396732" y="1218292"/>
                  <a:ext cx="292374" cy="206584"/>
                </a:xfrm>
                <a:prstGeom prst="rect">
                  <a:avLst/>
                </a:prstGeom>
                <a:solidFill>
                  <a:srgbClr val="EE7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027F837E-A45D-4EE1-AB9F-3B7136DD4247}"/>
                    </a:ext>
                  </a:extLst>
                </p:cNvPr>
                <p:cNvSpPr/>
                <p:nvPr/>
              </p:nvSpPr>
              <p:spPr>
                <a:xfrm>
                  <a:off x="6709693" y="1218292"/>
                  <a:ext cx="292374" cy="206584"/>
                </a:xfrm>
                <a:prstGeom prst="rect">
                  <a:avLst/>
                </a:prstGeom>
                <a:solidFill>
                  <a:srgbClr val="F299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CB71C725-1D22-48FE-A52C-5BE650F37F89}"/>
                    </a:ext>
                  </a:extLst>
                </p:cNvPr>
                <p:cNvSpPr/>
                <p:nvPr/>
              </p:nvSpPr>
              <p:spPr>
                <a:xfrm>
                  <a:off x="7025338" y="1218292"/>
                  <a:ext cx="292374" cy="206584"/>
                </a:xfrm>
                <a:prstGeom prst="rect">
                  <a:avLst/>
                </a:prstGeom>
                <a:solidFill>
                  <a:srgbClr val="F7BB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正方形/長方形 59">
                  <a:extLst>
                    <a:ext uri="{FF2B5EF4-FFF2-40B4-BE49-F238E27FC236}">
                      <a16:creationId xmlns:a16="http://schemas.microsoft.com/office/drawing/2014/main" id="{F33853DE-4B04-40CF-833B-8A564AAA4920}"/>
                    </a:ext>
                  </a:extLst>
                </p:cNvPr>
                <p:cNvSpPr/>
                <p:nvPr/>
              </p:nvSpPr>
              <p:spPr>
                <a:xfrm>
                  <a:off x="7336490" y="1218292"/>
                  <a:ext cx="292374" cy="206584"/>
                </a:xfrm>
                <a:prstGeom prst="rect">
                  <a:avLst/>
                </a:prstGeom>
                <a:solidFill>
                  <a:srgbClr val="FBDD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a:extLst>
                    <a:ext uri="{FF2B5EF4-FFF2-40B4-BE49-F238E27FC236}">
                      <a16:creationId xmlns:a16="http://schemas.microsoft.com/office/drawing/2014/main" id="{43DB137B-A619-43CD-93DB-B414ED69AF1C}"/>
                    </a:ext>
                  </a:extLst>
                </p:cNvPr>
                <p:cNvSpPr/>
                <p:nvPr/>
              </p:nvSpPr>
              <p:spPr>
                <a:xfrm>
                  <a:off x="7649451" y="1218292"/>
                  <a:ext cx="292374" cy="206584"/>
                </a:xfrm>
                <a:prstGeom prst="rect">
                  <a:avLst/>
                </a:prstGeom>
                <a:solidFill>
                  <a:srgbClr val="FDE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正方形/長方形 61">
                  <a:extLst>
                    <a:ext uri="{FF2B5EF4-FFF2-40B4-BE49-F238E27FC236}">
                      <a16:creationId xmlns:a16="http://schemas.microsoft.com/office/drawing/2014/main" id="{1FF26A0E-7529-42CE-8C73-6B22DF0F6043}"/>
                    </a:ext>
                  </a:extLst>
                </p:cNvPr>
                <p:cNvSpPr/>
                <p:nvPr/>
              </p:nvSpPr>
              <p:spPr>
                <a:xfrm>
                  <a:off x="7965096" y="1218292"/>
                  <a:ext cx="292374" cy="206584"/>
                </a:xfrm>
                <a:prstGeom prst="rect">
                  <a:avLst/>
                </a:prstGeom>
                <a:solidFill>
                  <a:srgbClr val="752B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9" name="正方形/長方形 48">
                <a:extLst>
                  <a:ext uri="{FF2B5EF4-FFF2-40B4-BE49-F238E27FC236}">
                    <a16:creationId xmlns:a16="http://schemas.microsoft.com/office/drawing/2014/main" id="{A6F938E5-1D27-4259-A219-FFA22C8AC30A}"/>
                  </a:ext>
                </a:extLst>
              </p:cNvPr>
              <p:cNvSpPr/>
              <p:nvPr/>
            </p:nvSpPr>
            <p:spPr>
              <a:xfrm>
                <a:off x="5418985" y="2790906"/>
                <a:ext cx="314354" cy="206584"/>
              </a:xfrm>
              <a:prstGeom prst="rect">
                <a:avLst/>
              </a:prstGeom>
              <a:solidFill>
                <a:srgbClr val="1E83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正方形/長方形 49">
                <a:extLst>
                  <a:ext uri="{FF2B5EF4-FFF2-40B4-BE49-F238E27FC236}">
                    <a16:creationId xmlns:a16="http://schemas.microsoft.com/office/drawing/2014/main" id="{CB111EB3-ADAB-46C9-9B14-C23DF663ECEF}"/>
                  </a:ext>
                </a:extLst>
              </p:cNvPr>
              <p:cNvSpPr/>
              <p:nvPr/>
            </p:nvSpPr>
            <p:spPr>
              <a:xfrm>
                <a:off x="5758360" y="2790906"/>
                <a:ext cx="314354" cy="206584"/>
              </a:xfrm>
              <a:prstGeom prst="rect">
                <a:avLst/>
              </a:prstGeom>
              <a:solidFill>
                <a:srgbClr val="4B9C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正方形/長方形 50">
                <a:extLst>
                  <a:ext uri="{FF2B5EF4-FFF2-40B4-BE49-F238E27FC236}">
                    <a16:creationId xmlns:a16="http://schemas.microsoft.com/office/drawing/2014/main" id="{52C7A2C2-9ED8-487A-8C4C-453B4F47C9D7}"/>
                  </a:ext>
                </a:extLst>
              </p:cNvPr>
              <p:cNvSpPr/>
              <p:nvPr/>
            </p:nvSpPr>
            <p:spPr>
              <a:xfrm>
                <a:off x="6094849" y="2790906"/>
                <a:ext cx="314354" cy="206584"/>
              </a:xfrm>
              <a:prstGeom prst="rect">
                <a:avLst/>
              </a:prstGeom>
              <a:solidFill>
                <a:srgbClr val="78B5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a:extLst>
                  <a:ext uri="{FF2B5EF4-FFF2-40B4-BE49-F238E27FC236}">
                    <a16:creationId xmlns:a16="http://schemas.microsoft.com/office/drawing/2014/main" id="{8AEC4767-9F01-442F-B727-17448D15C5CD}"/>
                  </a:ext>
                </a:extLst>
              </p:cNvPr>
              <p:cNvSpPr/>
              <p:nvPr/>
            </p:nvSpPr>
            <p:spPr>
              <a:xfrm>
                <a:off x="6434223" y="2790906"/>
                <a:ext cx="314354" cy="206584"/>
              </a:xfrm>
              <a:prstGeom prst="rect">
                <a:avLst/>
              </a:prstGeom>
              <a:solidFill>
                <a:srgbClr val="A5C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374DE531-636A-499B-AB27-758AFE92393A}"/>
                  </a:ext>
                </a:extLst>
              </p:cNvPr>
              <p:cNvSpPr/>
              <p:nvPr/>
            </p:nvSpPr>
            <p:spPr>
              <a:xfrm>
                <a:off x="6768767" y="2790906"/>
                <a:ext cx="314354" cy="206584"/>
              </a:xfrm>
              <a:prstGeom prst="rect">
                <a:avLst/>
              </a:prstGeom>
              <a:solidFill>
                <a:srgbClr val="D2E6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302968B9-CBEE-48E7-A2BB-0D2ED992EC6B}"/>
                  </a:ext>
                </a:extLst>
              </p:cNvPr>
              <p:cNvSpPr/>
              <p:nvPr/>
            </p:nvSpPr>
            <p:spPr>
              <a:xfrm>
                <a:off x="7105256" y="2790906"/>
                <a:ext cx="314354" cy="206584"/>
              </a:xfrm>
              <a:prstGeom prst="rect">
                <a:avLst/>
              </a:prstGeom>
              <a:solidFill>
                <a:srgbClr val="E8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47350DD2-57F5-4206-8516-C7185104E7EA}"/>
                  </a:ext>
                </a:extLst>
              </p:cNvPr>
              <p:cNvSpPr/>
              <p:nvPr/>
            </p:nvSpPr>
            <p:spPr>
              <a:xfrm>
                <a:off x="7444631" y="2790906"/>
                <a:ext cx="314354" cy="206584"/>
              </a:xfrm>
              <a:prstGeom prst="rect">
                <a:avLst/>
              </a:prstGeom>
              <a:solidFill>
                <a:srgbClr val="0F42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8" name="グループ化 17">
              <a:extLst>
                <a:ext uri="{FF2B5EF4-FFF2-40B4-BE49-F238E27FC236}">
                  <a16:creationId xmlns:a16="http://schemas.microsoft.com/office/drawing/2014/main" id="{260AD796-A15D-4A25-A9AB-ED8B939675C8}"/>
                </a:ext>
              </a:extLst>
            </p:cNvPr>
            <p:cNvGrpSpPr/>
            <p:nvPr/>
          </p:nvGrpSpPr>
          <p:grpSpPr>
            <a:xfrm>
              <a:off x="5459325" y="3900609"/>
              <a:ext cx="2310664" cy="107722"/>
              <a:chOff x="5848543" y="3939772"/>
              <a:chExt cx="2310664" cy="107722"/>
            </a:xfrm>
          </p:grpSpPr>
          <p:sp>
            <p:nvSpPr>
              <p:cNvPr id="38" name="テキスト ボックス 37">
                <a:extLst>
                  <a:ext uri="{FF2B5EF4-FFF2-40B4-BE49-F238E27FC236}">
                    <a16:creationId xmlns:a16="http://schemas.microsoft.com/office/drawing/2014/main" id="{28B1D60D-789C-4733-BF7C-F323CF94E3AA}"/>
                  </a:ext>
                </a:extLst>
              </p:cNvPr>
              <p:cNvSpPr txBox="1"/>
              <p:nvPr/>
            </p:nvSpPr>
            <p:spPr>
              <a:xfrm>
                <a:off x="5848543" y="3939772"/>
                <a:ext cx="261290" cy="107722"/>
              </a:xfrm>
              <a:prstGeom prst="rect">
                <a:avLst/>
              </a:prstGeom>
              <a:noFill/>
            </p:spPr>
            <p:txBody>
              <a:bodyPr wrap="none" lIns="0" tIns="0" rIns="0" bIns="0" rtlCol="0">
                <a:spAutoFit/>
              </a:bodyPr>
              <a:lstStyle/>
              <a:p>
                <a:r>
                  <a:rPr kumimoji="1" lang="en-US" altLang="ja-JP" sz="700" dirty="0"/>
                  <a:t>100%</a:t>
                </a:r>
                <a:endParaRPr kumimoji="1" lang="ja-JP" altLang="en-US" sz="700"/>
              </a:p>
            </p:txBody>
          </p:sp>
          <p:sp>
            <p:nvSpPr>
              <p:cNvPr id="39" name="テキスト ボックス 38">
                <a:extLst>
                  <a:ext uri="{FF2B5EF4-FFF2-40B4-BE49-F238E27FC236}">
                    <a16:creationId xmlns:a16="http://schemas.microsoft.com/office/drawing/2014/main" id="{708720EE-535B-4CC5-8D66-93E45BAF9B24}"/>
                  </a:ext>
                </a:extLst>
              </p:cNvPr>
              <p:cNvSpPr txBox="1"/>
              <p:nvPr/>
            </p:nvSpPr>
            <p:spPr>
              <a:xfrm>
                <a:off x="6215762" y="3939772"/>
                <a:ext cx="205184" cy="107722"/>
              </a:xfrm>
              <a:prstGeom prst="rect">
                <a:avLst/>
              </a:prstGeom>
              <a:noFill/>
            </p:spPr>
            <p:txBody>
              <a:bodyPr wrap="none" lIns="0" tIns="0" rIns="0" bIns="0" rtlCol="0">
                <a:spAutoFit/>
              </a:bodyPr>
              <a:lstStyle/>
              <a:p>
                <a:r>
                  <a:rPr kumimoji="1" lang="en-US" altLang="ja-JP" sz="700" dirty="0"/>
                  <a:t>80%</a:t>
                </a:r>
                <a:endParaRPr kumimoji="1" lang="ja-JP" altLang="en-US" sz="700"/>
              </a:p>
            </p:txBody>
          </p:sp>
          <p:sp>
            <p:nvSpPr>
              <p:cNvPr id="40" name="テキスト ボックス 39">
                <a:extLst>
                  <a:ext uri="{FF2B5EF4-FFF2-40B4-BE49-F238E27FC236}">
                    <a16:creationId xmlns:a16="http://schemas.microsoft.com/office/drawing/2014/main" id="{F1E414DB-D9BC-48F0-991C-B96911A43E1F}"/>
                  </a:ext>
                </a:extLst>
              </p:cNvPr>
              <p:cNvSpPr txBox="1"/>
              <p:nvPr/>
            </p:nvSpPr>
            <p:spPr>
              <a:xfrm>
                <a:off x="6546992" y="3939772"/>
                <a:ext cx="205184" cy="107722"/>
              </a:xfrm>
              <a:prstGeom prst="rect">
                <a:avLst/>
              </a:prstGeom>
              <a:noFill/>
            </p:spPr>
            <p:txBody>
              <a:bodyPr wrap="none" lIns="0" tIns="0" rIns="0" bIns="0" rtlCol="0">
                <a:spAutoFit/>
              </a:bodyPr>
              <a:lstStyle/>
              <a:p>
                <a:r>
                  <a:rPr kumimoji="1" lang="en-US" altLang="ja-JP" sz="700" dirty="0"/>
                  <a:t>60%</a:t>
                </a:r>
                <a:endParaRPr kumimoji="1" lang="ja-JP" altLang="en-US" sz="700"/>
              </a:p>
            </p:txBody>
          </p:sp>
          <p:sp>
            <p:nvSpPr>
              <p:cNvPr id="41" name="テキスト ボックス 40">
                <a:extLst>
                  <a:ext uri="{FF2B5EF4-FFF2-40B4-BE49-F238E27FC236}">
                    <a16:creationId xmlns:a16="http://schemas.microsoft.com/office/drawing/2014/main" id="{6479C243-E0F9-4774-B0F2-8A72F1C52ABB}"/>
                  </a:ext>
                </a:extLst>
              </p:cNvPr>
              <p:cNvSpPr txBox="1"/>
              <p:nvPr/>
            </p:nvSpPr>
            <p:spPr>
              <a:xfrm>
                <a:off x="6879128" y="3939772"/>
                <a:ext cx="205184" cy="107722"/>
              </a:xfrm>
              <a:prstGeom prst="rect">
                <a:avLst/>
              </a:prstGeom>
              <a:noFill/>
            </p:spPr>
            <p:txBody>
              <a:bodyPr wrap="none" lIns="0" tIns="0" rIns="0" bIns="0" rtlCol="0">
                <a:spAutoFit/>
              </a:bodyPr>
              <a:lstStyle/>
              <a:p>
                <a:r>
                  <a:rPr kumimoji="1" lang="en-US" altLang="ja-JP" sz="700" dirty="0"/>
                  <a:t>40%</a:t>
                </a:r>
                <a:endParaRPr kumimoji="1" lang="ja-JP" altLang="en-US" sz="700"/>
              </a:p>
            </p:txBody>
          </p:sp>
          <p:sp>
            <p:nvSpPr>
              <p:cNvPr id="42" name="テキスト ボックス 41">
                <a:extLst>
                  <a:ext uri="{FF2B5EF4-FFF2-40B4-BE49-F238E27FC236}">
                    <a16:creationId xmlns:a16="http://schemas.microsoft.com/office/drawing/2014/main" id="{946754E1-2534-40C0-BD21-0DC2C5E1D8FE}"/>
                  </a:ext>
                </a:extLst>
              </p:cNvPr>
              <p:cNvSpPr txBox="1"/>
              <p:nvPr/>
            </p:nvSpPr>
            <p:spPr>
              <a:xfrm>
                <a:off x="7216022" y="3939772"/>
                <a:ext cx="205184" cy="107722"/>
              </a:xfrm>
              <a:prstGeom prst="rect">
                <a:avLst/>
              </a:prstGeom>
              <a:noFill/>
            </p:spPr>
            <p:txBody>
              <a:bodyPr wrap="none" lIns="0" tIns="0" rIns="0" bIns="0" rtlCol="0">
                <a:spAutoFit/>
              </a:bodyPr>
              <a:lstStyle/>
              <a:p>
                <a:r>
                  <a:rPr kumimoji="1" lang="en-US" altLang="ja-JP" sz="700" dirty="0"/>
                  <a:t>20%</a:t>
                </a:r>
                <a:endParaRPr kumimoji="1" lang="ja-JP" altLang="en-US" sz="700"/>
              </a:p>
            </p:txBody>
          </p:sp>
          <p:sp>
            <p:nvSpPr>
              <p:cNvPr id="43" name="テキスト ボックス 42">
                <a:extLst>
                  <a:ext uri="{FF2B5EF4-FFF2-40B4-BE49-F238E27FC236}">
                    <a16:creationId xmlns:a16="http://schemas.microsoft.com/office/drawing/2014/main" id="{159C9B83-35F1-42A0-8BC2-30B570729ACC}"/>
                  </a:ext>
                </a:extLst>
              </p:cNvPr>
              <p:cNvSpPr txBox="1"/>
              <p:nvPr/>
            </p:nvSpPr>
            <p:spPr>
              <a:xfrm>
                <a:off x="7564805" y="3939772"/>
                <a:ext cx="205184" cy="107722"/>
              </a:xfrm>
              <a:prstGeom prst="rect">
                <a:avLst/>
              </a:prstGeom>
              <a:noFill/>
            </p:spPr>
            <p:txBody>
              <a:bodyPr wrap="none" lIns="0" tIns="0" rIns="0" bIns="0" rtlCol="0">
                <a:spAutoFit/>
              </a:bodyPr>
              <a:lstStyle/>
              <a:p>
                <a:r>
                  <a:rPr kumimoji="1" lang="en-US" altLang="ja-JP" sz="700" dirty="0"/>
                  <a:t>10%</a:t>
                </a:r>
                <a:endParaRPr kumimoji="1" lang="ja-JP" altLang="en-US" sz="700" dirty="0"/>
              </a:p>
            </p:txBody>
          </p:sp>
          <p:sp>
            <p:nvSpPr>
              <p:cNvPr id="44" name="テキスト ボックス 43">
                <a:extLst>
                  <a:ext uri="{FF2B5EF4-FFF2-40B4-BE49-F238E27FC236}">
                    <a16:creationId xmlns:a16="http://schemas.microsoft.com/office/drawing/2014/main" id="{73290784-E89E-47A7-B050-15B2A950DD57}"/>
                  </a:ext>
                </a:extLst>
              </p:cNvPr>
              <p:cNvSpPr txBox="1"/>
              <p:nvPr/>
            </p:nvSpPr>
            <p:spPr>
              <a:xfrm>
                <a:off x="7822576" y="3939772"/>
                <a:ext cx="336631" cy="107722"/>
              </a:xfrm>
              <a:prstGeom prst="rect">
                <a:avLst/>
              </a:prstGeom>
              <a:noFill/>
            </p:spPr>
            <p:txBody>
              <a:bodyPr wrap="none" lIns="0" tIns="0" rIns="0" bIns="0" rtlCol="0">
                <a:spAutoFit/>
              </a:bodyPr>
              <a:lstStyle/>
              <a:p>
                <a:r>
                  <a:rPr kumimoji="1" lang="en-US" altLang="ja-JP" sz="700" dirty="0"/>
                  <a:t>+K60%</a:t>
                </a:r>
                <a:endParaRPr kumimoji="1" lang="ja-JP" altLang="en-US" sz="700" dirty="0"/>
              </a:p>
            </p:txBody>
          </p:sp>
        </p:grpSp>
        <p:grpSp>
          <p:nvGrpSpPr>
            <p:cNvPr id="19" name="グループ化 18">
              <a:extLst>
                <a:ext uri="{FF2B5EF4-FFF2-40B4-BE49-F238E27FC236}">
                  <a16:creationId xmlns:a16="http://schemas.microsoft.com/office/drawing/2014/main" id="{5CF198C3-C7B2-447C-A0B4-D6CE0E023E1B}"/>
                </a:ext>
              </a:extLst>
            </p:cNvPr>
            <p:cNvGrpSpPr/>
            <p:nvPr/>
          </p:nvGrpSpPr>
          <p:grpSpPr>
            <a:xfrm>
              <a:off x="5429989" y="1563946"/>
              <a:ext cx="2340000" cy="491271"/>
              <a:chOff x="6430495" y="1255618"/>
              <a:chExt cx="2340000" cy="491271"/>
            </a:xfrm>
          </p:grpSpPr>
          <p:grpSp>
            <p:nvGrpSpPr>
              <p:cNvPr id="23" name="グループ化 22">
                <a:extLst>
                  <a:ext uri="{FF2B5EF4-FFF2-40B4-BE49-F238E27FC236}">
                    <a16:creationId xmlns:a16="http://schemas.microsoft.com/office/drawing/2014/main" id="{5796E3F5-CEDC-4DAA-9E5D-96361EB93DAB}"/>
                  </a:ext>
                </a:extLst>
              </p:cNvPr>
              <p:cNvGrpSpPr/>
              <p:nvPr/>
            </p:nvGrpSpPr>
            <p:grpSpPr>
              <a:xfrm>
                <a:off x="6430495" y="1255618"/>
                <a:ext cx="2340000" cy="206584"/>
                <a:chOff x="6081087" y="1281981"/>
                <a:chExt cx="2176383" cy="206584"/>
              </a:xfrm>
            </p:grpSpPr>
            <p:sp>
              <p:nvSpPr>
                <p:cNvPr id="31" name="正方形/長方形 30">
                  <a:extLst>
                    <a:ext uri="{FF2B5EF4-FFF2-40B4-BE49-F238E27FC236}">
                      <a16:creationId xmlns:a16="http://schemas.microsoft.com/office/drawing/2014/main" id="{D431EB3F-63F9-4AF7-9655-F85F6934834B}"/>
                    </a:ext>
                  </a:extLst>
                </p:cNvPr>
                <p:cNvSpPr/>
                <p:nvPr/>
              </p:nvSpPr>
              <p:spPr>
                <a:xfrm>
                  <a:off x="6081087" y="1281981"/>
                  <a:ext cx="292374" cy="206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ED41BD16-7207-44F5-86D4-8EB90BB5AF27}"/>
                    </a:ext>
                  </a:extLst>
                </p:cNvPr>
                <p:cNvSpPr/>
                <p:nvPr/>
              </p:nvSpPr>
              <p:spPr>
                <a:xfrm>
                  <a:off x="6396732" y="1281981"/>
                  <a:ext cx="292374" cy="206584"/>
                </a:xfrm>
                <a:prstGeom prst="rect">
                  <a:avLst/>
                </a:prstGeom>
                <a:solidFill>
                  <a:srgbClr val="34A7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a:extLst>
                    <a:ext uri="{FF2B5EF4-FFF2-40B4-BE49-F238E27FC236}">
                      <a16:creationId xmlns:a16="http://schemas.microsoft.com/office/drawing/2014/main" id="{492B3400-3A05-4EEF-9CD5-4A6A03B44707}"/>
                    </a:ext>
                  </a:extLst>
                </p:cNvPr>
                <p:cNvSpPr/>
                <p:nvPr/>
              </p:nvSpPr>
              <p:spPr>
                <a:xfrm>
                  <a:off x="6709693" y="1281981"/>
                  <a:ext cx="292374" cy="2065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正方形/長方形 33">
                  <a:extLst>
                    <a:ext uri="{FF2B5EF4-FFF2-40B4-BE49-F238E27FC236}">
                      <a16:creationId xmlns:a16="http://schemas.microsoft.com/office/drawing/2014/main" id="{D7FFD5EC-5F7A-40E9-9F6B-3204571B73A4}"/>
                    </a:ext>
                  </a:extLst>
                </p:cNvPr>
                <p:cNvSpPr/>
                <p:nvPr/>
              </p:nvSpPr>
              <p:spPr>
                <a:xfrm>
                  <a:off x="7025338" y="1281981"/>
                  <a:ext cx="292374" cy="206584"/>
                </a:xfrm>
                <a:prstGeom prst="rect">
                  <a:avLst/>
                </a:prstGeom>
                <a:solidFill>
                  <a:srgbClr val="99D3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a:extLst>
                    <a:ext uri="{FF2B5EF4-FFF2-40B4-BE49-F238E27FC236}">
                      <a16:creationId xmlns:a16="http://schemas.microsoft.com/office/drawing/2014/main" id="{C1B5C217-BCB7-406B-979B-BAC8C84217D9}"/>
                    </a:ext>
                  </a:extLst>
                </p:cNvPr>
                <p:cNvSpPr/>
                <p:nvPr/>
              </p:nvSpPr>
              <p:spPr>
                <a:xfrm>
                  <a:off x="7336490" y="1281981"/>
                  <a:ext cx="292374" cy="20658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7975C33C-837C-49D2-A953-A02BE2E9E185}"/>
                    </a:ext>
                  </a:extLst>
                </p:cNvPr>
                <p:cNvSpPr/>
                <p:nvPr/>
              </p:nvSpPr>
              <p:spPr>
                <a:xfrm>
                  <a:off x="7649451" y="1281981"/>
                  <a:ext cx="292374" cy="206584"/>
                </a:xfrm>
                <a:prstGeom prst="rect">
                  <a:avLst/>
                </a:prstGeom>
                <a:solidFill>
                  <a:srgbClr val="E6F4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3927516E-AAB0-4479-8C78-34C16EC3AE4A}"/>
                    </a:ext>
                  </a:extLst>
                </p:cNvPr>
                <p:cNvSpPr/>
                <p:nvPr/>
              </p:nvSpPr>
              <p:spPr>
                <a:xfrm>
                  <a:off x="7965096" y="1281981"/>
                  <a:ext cx="292374" cy="206584"/>
                </a:xfrm>
                <a:prstGeom prst="rect">
                  <a:avLst/>
                </a:prstGeom>
                <a:solidFill>
                  <a:srgbClr val="0149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4" name="グループ化 23">
                <a:extLst>
                  <a:ext uri="{FF2B5EF4-FFF2-40B4-BE49-F238E27FC236}">
                    <a16:creationId xmlns:a16="http://schemas.microsoft.com/office/drawing/2014/main" id="{B5868CB5-E799-4D0D-A03C-FDF1A460CD16}"/>
                  </a:ext>
                </a:extLst>
              </p:cNvPr>
              <p:cNvGrpSpPr/>
              <p:nvPr/>
            </p:nvGrpSpPr>
            <p:grpSpPr>
              <a:xfrm>
                <a:off x="6430495" y="1540305"/>
                <a:ext cx="2000625" cy="206584"/>
                <a:chOff x="6081087" y="1281981"/>
                <a:chExt cx="1860738" cy="206584"/>
              </a:xfrm>
            </p:grpSpPr>
            <p:sp>
              <p:nvSpPr>
                <p:cNvPr id="25" name="正方形/長方形 24">
                  <a:extLst>
                    <a:ext uri="{FF2B5EF4-FFF2-40B4-BE49-F238E27FC236}">
                      <a16:creationId xmlns:a16="http://schemas.microsoft.com/office/drawing/2014/main" id="{0DFF3A62-14B5-4927-971B-35A8D0B541F4}"/>
                    </a:ext>
                  </a:extLst>
                </p:cNvPr>
                <p:cNvSpPr/>
                <p:nvPr/>
              </p:nvSpPr>
              <p:spPr>
                <a:xfrm>
                  <a:off x="6081087" y="1281981"/>
                  <a:ext cx="292374" cy="206584"/>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069D3520-722A-4D80-A191-5E6279CECEF1}"/>
                    </a:ext>
                  </a:extLst>
                </p:cNvPr>
                <p:cNvSpPr/>
                <p:nvPr/>
              </p:nvSpPr>
              <p:spPr>
                <a:xfrm>
                  <a:off x="6396732" y="1281981"/>
                  <a:ext cx="292374" cy="206584"/>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6E9E2204-67AF-41D9-8ED9-3CAE0FB9CE33}"/>
                    </a:ext>
                  </a:extLst>
                </p:cNvPr>
                <p:cNvSpPr/>
                <p:nvPr/>
              </p:nvSpPr>
              <p:spPr>
                <a:xfrm>
                  <a:off x="6709693" y="1281981"/>
                  <a:ext cx="292374" cy="206584"/>
                </a:xfrm>
                <a:prstGeom prst="rect">
                  <a:avLst/>
                </a:prstGeom>
                <a:solidFill>
                  <a:srgbClr val="8585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2EEAED57-E998-44A0-B6B8-90D1A62C8B45}"/>
                    </a:ext>
                  </a:extLst>
                </p:cNvPr>
                <p:cNvSpPr/>
                <p:nvPr/>
              </p:nvSpPr>
              <p:spPr>
                <a:xfrm>
                  <a:off x="7025338" y="1281981"/>
                  <a:ext cx="292374" cy="206584"/>
                </a:xfrm>
                <a:prstGeom prst="rect">
                  <a:avLst/>
                </a:prstGeom>
                <a:solidFill>
                  <a:srgbClr val="ADA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BFD1EF43-40B7-44B9-A9DF-A131026CD39F}"/>
                    </a:ext>
                  </a:extLst>
                </p:cNvPr>
                <p:cNvSpPr/>
                <p:nvPr/>
              </p:nvSpPr>
              <p:spPr>
                <a:xfrm>
                  <a:off x="7336490" y="1281981"/>
                  <a:ext cx="292374" cy="206584"/>
                </a:xfrm>
                <a:prstGeom prst="rect">
                  <a:avLst/>
                </a:prstGeom>
                <a:solidFill>
                  <a:srgbClr val="D6D6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1294370F-CCEF-4E4E-BB77-6D63DEBC21AE}"/>
                    </a:ext>
                  </a:extLst>
                </p:cNvPr>
                <p:cNvSpPr/>
                <p:nvPr/>
              </p:nvSpPr>
              <p:spPr>
                <a:xfrm>
                  <a:off x="7649451" y="1281981"/>
                  <a:ext cx="292374" cy="206584"/>
                </a:xfrm>
                <a:prstGeom prst="rect">
                  <a:avLst/>
                </a:prstGeom>
                <a:solidFill>
                  <a:srgbClr val="EBEB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20" name="テキスト ボックス 19">
              <a:extLst>
                <a:ext uri="{FF2B5EF4-FFF2-40B4-BE49-F238E27FC236}">
                  <a16:creationId xmlns:a16="http://schemas.microsoft.com/office/drawing/2014/main" id="{DED78D84-7D64-4A7D-9401-2A1C61E09B84}"/>
                </a:ext>
              </a:extLst>
            </p:cNvPr>
            <p:cNvSpPr txBox="1"/>
            <p:nvPr/>
          </p:nvSpPr>
          <p:spPr>
            <a:xfrm>
              <a:off x="5323473" y="1334273"/>
              <a:ext cx="1010213" cy="230832"/>
            </a:xfrm>
            <a:prstGeom prst="rect">
              <a:avLst/>
            </a:prstGeom>
            <a:noFill/>
          </p:spPr>
          <p:txBody>
            <a:bodyPr wrap="none" rtlCol="0">
              <a:spAutoFit/>
            </a:bodyPr>
            <a:lstStyle/>
            <a:p>
              <a:r>
                <a:rPr kumimoji="1" lang="en-US" altLang="ja-JP" sz="900" dirty="0"/>
                <a:t>Primary Colors</a:t>
              </a:r>
              <a:endParaRPr kumimoji="1" lang="ja-JP" altLang="en-US" sz="900" dirty="0"/>
            </a:p>
          </p:txBody>
        </p:sp>
        <p:sp>
          <p:nvSpPr>
            <p:cNvPr id="21" name="テキスト ボックス 20">
              <a:extLst>
                <a:ext uri="{FF2B5EF4-FFF2-40B4-BE49-F238E27FC236}">
                  <a16:creationId xmlns:a16="http://schemas.microsoft.com/office/drawing/2014/main" id="{D6C177CF-5663-4895-9700-FD0F690EE445}"/>
                </a:ext>
              </a:extLst>
            </p:cNvPr>
            <p:cNvSpPr txBox="1"/>
            <p:nvPr/>
          </p:nvSpPr>
          <p:spPr>
            <a:xfrm>
              <a:off x="5337232" y="2203728"/>
              <a:ext cx="1164101" cy="230832"/>
            </a:xfrm>
            <a:prstGeom prst="rect">
              <a:avLst/>
            </a:prstGeom>
            <a:noFill/>
          </p:spPr>
          <p:txBody>
            <a:bodyPr wrap="none" rtlCol="0">
              <a:spAutoFit/>
            </a:bodyPr>
            <a:lstStyle/>
            <a:p>
              <a:r>
                <a:rPr kumimoji="1" lang="en-US" altLang="ja-JP" sz="900" dirty="0"/>
                <a:t>Secondary Colors</a:t>
              </a:r>
              <a:endParaRPr kumimoji="1" lang="ja-JP" altLang="en-US" sz="900" dirty="0"/>
            </a:p>
          </p:txBody>
        </p:sp>
        <p:cxnSp>
          <p:nvCxnSpPr>
            <p:cNvPr id="22" name="直線コネクタ 21">
              <a:extLst>
                <a:ext uri="{FF2B5EF4-FFF2-40B4-BE49-F238E27FC236}">
                  <a16:creationId xmlns:a16="http://schemas.microsoft.com/office/drawing/2014/main" id="{FE261EF1-DB48-4AB6-93AE-98A8718647CE}"/>
                </a:ext>
              </a:extLst>
            </p:cNvPr>
            <p:cNvCxnSpPr>
              <a:cxnSpLocks/>
            </p:cNvCxnSpPr>
            <p:nvPr/>
          </p:nvCxnSpPr>
          <p:spPr>
            <a:xfrm>
              <a:off x="5429989" y="2168453"/>
              <a:ext cx="2340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pic>
        <p:nvPicPr>
          <p:cNvPr id="14" name="Picture 5">
            <a:extLst>
              <a:ext uri="{FF2B5EF4-FFF2-40B4-BE49-F238E27FC236}">
                <a16:creationId xmlns:a16="http://schemas.microsoft.com/office/drawing/2014/main" id="{FA42E669-881F-40DD-BEA5-6ECA7331C8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97292" y="3152999"/>
            <a:ext cx="282886" cy="28946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7">
            <a:extLst>
              <a:ext uri="{FF2B5EF4-FFF2-40B4-BE49-F238E27FC236}">
                <a16:creationId xmlns:a16="http://schemas.microsoft.com/office/drawing/2014/main" id="{47667EFF-CCD1-46C4-AB70-A8483864DE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2684" y="3343330"/>
            <a:ext cx="282885" cy="290138"/>
          </a:xfrm>
          <a:prstGeom prst="rect">
            <a:avLst/>
          </a:prstGeom>
          <a:noFill/>
          <a:extLst>
            <a:ext uri="{909E8E84-426E-40DD-AFC4-6F175D3DCCD1}">
              <a14:hiddenFill xmlns:a14="http://schemas.microsoft.com/office/drawing/2010/main">
                <a:solidFill>
                  <a:srgbClr val="FFFFFF"/>
                </a:solidFill>
              </a14:hiddenFill>
            </a:ext>
          </a:extLst>
        </p:spPr>
      </p:pic>
      <p:sp>
        <p:nvSpPr>
          <p:cNvPr id="95" name="正方形/長方形 94">
            <a:extLst>
              <a:ext uri="{FF2B5EF4-FFF2-40B4-BE49-F238E27FC236}">
                <a16:creationId xmlns:a16="http://schemas.microsoft.com/office/drawing/2014/main" id="{65749532-5A3A-4292-9D5B-773F2C54D0F8}"/>
              </a:ext>
            </a:extLst>
          </p:cNvPr>
          <p:cNvSpPr/>
          <p:nvPr/>
        </p:nvSpPr>
        <p:spPr>
          <a:xfrm>
            <a:off x="5731674" y="67082"/>
            <a:ext cx="4816517" cy="1169551"/>
          </a:xfrm>
          <a:prstGeom prst="rect">
            <a:avLst/>
          </a:prstGeom>
          <a:solidFill>
            <a:schemeClr val="bg1"/>
          </a:solidFill>
        </p:spPr>
        <p:txBody>
          <a:bodyPr wrap="square">
            <a:spAutoFit/>
          </a:bodyPr>
          <a:lstStyle/>
          <a:p>
            <a:r>
              <a:rPr lang="en-US" altLang="ja-JP" sz="1400" b="1" dirty="0">
                <a:solidFill>
                  <a:srgbClr val="FF0000"/>
                </a:solidFill>
              </a:rPr>
              <a:t>**************************************</a:t>
            </a:r>
            <a:br>
              <a:rPr lang="en-US" altLang="ja-JP" sz="1400" b="1" dirty="0">
                <a:solidFill>
                  <a:srgbClr val="FF0000"/>
                </a:solidFill>
              </a:rPr>
            </a:br>
            <a:r>
              <a:rPr lang="en-US" altLang="ja-JP" sz="1400" b="1" dirty="0">
                <a:solidFill>
                  <a:srgbClr val="FF0000"/>
                </a:solidFill>
              </a:rPr>
              <a:t>Please delete</a:t>
            </a:r>
            <a:r>
              <a:rPr lang="ja-JP" altLang="en-US" sz="1400" b="1" dirty="0">
                <a:solidFill>
                  <a:srgbClr val="FF0000"/>
                </a:solidFill>
              </a:rPr>
              <a:t> </a:t>
            </a:r>
            <a:r>
              <a:rPr lang="en-US" altLang="ja-JP" sz="1400" b="1" dirty="0">
                <a:solidFill>
                  <a:srgbClr val="FF0000"/>
                </a:solidFill>
              </a:rPr>
              <a:t>this</a:t>
            </a:r>
            <a:r>
              <a:rPr lang="ja-JP" altLang="en-US" sz="1400" b="1" dirty="0">
                <a:solidFill>
                  <a:srgbClr val="FF0000"/>
                </a:solidFill>
              </a:rPr>
              <a:t> </a:t>
            </a:r>
            <a:r>
              <a:rPr lang="en-US" altLang="ja-JP" sz="1400" b="1" dirty="0">
                <a:solidFill>
                  <a:srgbClr val="FF0000"/>
                </a:solidFill>
              </a:rPr>
              <a:t>page</a:t>
            </a:r>
            <a:r>
              <a:rPr lang="ja-JP" altLang="en-US" sz="1400" b="1" dirty="0">
                <a:solidFill>
                  <a:srgbClr val="FF0000"/>
                </a:solidFill>
              </a:rPr>
              <a:t> </a:t>
            </a:r>
            <a:r>
              <a:rPr lang="en-US" altLang="ja-JP" sz="1400" b="1" dirty="0">
                <a:solidFill>
                  <a:srgbClr val="FF0000"/>
                </a:solidFill>
              </a:rPr>
              <a:t>and</a:t>
            </a:r>
            <a:r>
              <a:rPr lang="ja-JP" altLang="en-US" sz="1400" b="1" dirty="0">
                <a:solidFill>
                  <a:srgbClr val="FF0000"/>
                </a:solidFill>
              </a:rPr>
              <a:t> </a:t>
            </a:r>
            <a:r>
              <a:rPr lang="en-US" altLang="ja-JP" sz="1400" b="1" dirty="0">
                <a:solidFill>
                  <a:srgbClr val="FF0000"/>
                </a:solidFill>
              </a:rPr>
              <a:t>the</a:t>
            </a:r>
            <a:r>
              <a:rPr lang="ja-JP" altLang="en-US" sz="1400" b="1" dirty="0">
                <a:solidFill>
                  <a:srgbClr val="FF0000"/>
                </a:solidFill>
              </a:rPr>
              <a:t> </a:t>
            </a:r>
            <a:r>
              <a:rPr lang="en-US" altLang="ja-JP" sz="1400" b="1" dirty="0">
                <a:solidFill>
                  <a:srgbClr val="FF0000"/>
                </a:solidFill>
              </a:rPr>
              <a:t>color</a:t>
            </a:r>
            <a:r>
              <a:rPr lang="ja-JP" altLang="en-US" sz="1400" b="1" dirty="0">
                <a:solidFill>
                  <a:srgbClr val="FF0000"/>
                </a:solidFill>
              </a:rPr>
              <a:t> </a:t>
            </a:r>
            <a:r>
              <a:rPr lang="en-US" altLang="ja-JP" sz="1400" b="1" dirty="0">
                <a:solidFill>
                  <a:srgbClr val="FF0000"/>
                </a:solidFill>
              </a:rPr>
              <a:t>palette placed on the left end of pp. 3-6 when creation of the presentation slide is completed **************************************</a:t>
            </a:r>
            <a:endParaRPr lang="ja-JP" altLang="en-US" sz="1400" dirty="0"/>
          </a:p>
        </p:txBody>
      </p:sp>
    </p:spTree>
    <p:extLst>
      <p:ext uri="{BB962C8B-B14F-4D97-AF65-F5344CB8AC3E}">
        <p14:creationId xmlns:p14="http://schemas.microsoft.com/office/powerpoint/2010/main" val="11820834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FCA9C3-1889-4F29-8E49-B375AD4B2704}"/>
              </a:ext>
            </a:extLst>
          </p:cNvPr>
          <p:cNvSpPr>
            <a:spLocks noGrp="1"/>
          </p:cNvSpPr>
          <p:nvPr>
            <p:ph type="title"/>
          </p:nvPr>
        </p:nvSpPr>
        <p:spPr/>
        <p:txBody>
          <a:bodyPr/>
          <a:lstStyle/>
          <a:p>
            <a:r>
              <a:rPr kumimoji="1" lang="en-US" altLang="ja-JP" dirty="0"/>
              <a:t>Title 20pt</a:t>
            </a:r>
            <a:endParaRPr kumimoji="1" lang="ja-JP" altLang="en-US" dirty="0"/>
          </a:p>
        </p:txBody>
      </p:sp>
      <p:sp>
        <p:nvSpPr>
          <p:cNvPr id="3" name="スライド番号プレースホルダー 2">
            <a:extLst>
              <a:ext uri="{FF2B5EF4-FFF2-40B4-BE49-F238E27FC236}">
                <a16:creationId xmlns:a16="http://schemas.microsoft.com/office/drawing/2014/main" id="{5E0EC2D2-6754-4DB6-B1EA-010D6EFD5CB0}"/>
              </a:ext>
            </a:extLst>
          </p:cNvPr>
          <p:cNvSpPr>
            <a:spLocks noGrp="1"/>
          </p:cNvSpPr>
          <p:nvPr>
            <p:ph type="sldNum" sz="quarter" idx="10"/>
          </p:nvPr>
        </p:nvSpPr>
        <p:spPr/>
        <p:txBody>
          <a:bodyPr/>
          <a:lstStyle/>
          <a:p>
            <a:fld id="{9FB9FBB1-FD5B-41A6-B84B-A229A6B4BB39}" type="slidenum">
              <a:rPr lang="en-US" altLang="ja-JP" smtClean="0"/>
              <a:pPr/>
              <a:t>43</a:t>
            </a:fld>
            <a:endParaRPr lang="en-US" dirty="0"/>
          </a:p>
        </p:txBody>
      </p:sp>
      <p:sp>
        <p:nvSpPr>
          <p:cNvPr id="4" name="テキスト プレースホルダー 3">
            <a:extLst>
              <a:ext uri="{FF2B5EF4-FFF2-40B4-BE49-F238E27FC236}">
                <a16:creationId xmlns:a16="http://schemas.microsoft.com/office/drawing/2014/main" id="{AEDA3CCF-C9BC-4E04-9906-90F08EB6CACC}"/>
              </a:ext>
            </a:extLst>
          </p:cNvPr>
          <p:cNvSpPr>
            <a:spLocks noGrp="1"/>
          </p:cNvSpPr>
          <p:nvPr>
            <p:ph type="body" sz="quarter" idx="11"/>
          </p:nvPr>
        </p:nvSpPr>
        <p:spPr/>
        <p:txBody>
          <a:bodyPr/>
          <a:lstStyle/>
          <a:p>
            <a:r>
              <a:rPr lang="en-US" altLang="ja-JP" dirty="0">
                <a:latin typeface="Arial" panose="020B0604020202020204" pitchFamily="34" charset="0"/>
                <a:cs typeface="Arial" panose="020B0604020202020204" pitchFamily="34" charset="0"/>
              </a:rPr>
              <a:t>First Level Text, Arial 16pt, no bullet</a:t>
            </a:r>
          </a:p>
          <a:p>
            <a:pPr lvl="1"/>
            <a:r>
              <a:rPr lang="en-US" altLang="ja-JP" dirty="0">
                <a:latin typeface="Arial" panose="020B0604020202020204" pitchFamily="34" charset="0"/>
                <a:cs typeface="Arial" panose="020B0604020202020204" pitchFamily="34" charset="0"/>
              </a:rPr>
              <a:t>Second Level Text, Arial 14pt, bulleted</a:t>
            </a:r>
          </a:p>
          <a:p>
            <a:pPr lvl="2"/>
            <a:r>
              <a:rPr lang="en-US" altLang="ja-JP" dirty="0">
                <a:latin typeface="Arial" panose="020B0604020202020204" pitchFamily="34" charset="0"/>
                <a:cs typeface="Arial" panose="020B0604020202020204" pitchFamily="34" charset="0"/>
              </a:rPr>
              <a:t>Third Level Text, Arial 12pt, bulleted</a:t>
            </a:r>
          </a:p>
          <a:p>
            <a:pPr lvl="3"/>
            <a:r>
              <a:rPr lang="en-US" altLang="ja-JP" dirty="0">
                <a:latin typeface="Arial" panose="020B0604020202020204" pitchFamily="34" charset="0"/>
                <a:cs typeface="Arial" panose="020B0604020202020204" pitchFamily="34" charset="0"/>
              </a:rPr>
              <a:t>Fourth Level Text, Arial 12pt, bulleted</a:t>
            </a:r>
          </a:p>
          <a:p>
            <a:pPr lvl="4"/>
            <a:r>
              <a:rPr lang="en-US" altLang="ja-JP" dirty="0">
                <a:latin typeface="Arial" panose="020B0604020202020204" pitchFamily="34" charset="0"/>
                <a:cs typeface="Arial" panose="020B0604020202020204" pitchFamily="34" charset="0"/>
              </a:rPr>
              <a:t>Fifth Level Text, Arial 12pt, bulleted</a:t>
            </a:r>
          </a:p>
          <a:p>
            <a:endParaRPr kumimoji="1" lang="ja-JP" altLang="en-US" dirty="0"/>
          </a:p>
        </p:txBody>
      </p:sp>
      <p:sp>
        <p:nvSpPr>
          <p:cNvPr id="5" name="テキスト プレースホルダー 4">
            <a:extLst>
              <a:ext uri="{FF2B5EF4-FFF2-40B4-BE49-F238E27FC236}">
                <a16:creationId xmlns:a16="http://schemas.microsoft.com/office/drawing/2014/main" id="{9A0261B7-9951-49C8-BA97-0308071DC080}"/>
              </a:ext>
            </a:extLst>
          </p:cNvPr>
          <p:cNvSpPr>
            <a:spLocks noGrp="1"/>
          </p:cNvSpPr>
          <p:nvPr>
            <p:ph type="body" sz="quarter" idx="12"/>
          </p:nvPr>
        </p:nvSpPr>
        <p:spPr/>
        <p:txBody>
          <a:bodyPr/>
          <a:lstStyle/>
          <a:p>
            <a:r>
              <a:rPr lang="en-US" altLang="ja-JP" dirty="0">
                <a:latin typeface="Arial" panose="020B0604020202020204" pitchFamily="34" charset="0"/>
                <a:cs typeface="Arial" panose="020B0604020202020204" pitchFamily="34" charset="0"/>
              </a:rPr>
              <a:t>First Level Text, Arial 16pt, no bullet</a:t>
            </a:r>
          </a:p>
          <a:p>
            <a:pPr lvl="1"/>
            <a:r>
              <a:rPr lang="en-US" altLang="ja-JP" dirty="0">
                <a:latin typeface="Arial" panose="020B0604020202020204" pitchFamily="34" charset="0"/>
                <a:cs typeface="Arial" panose="020B0604020202020204" pitchFamily="34" charset="0"/>
              </a:rPr>
              <a:t>Second Level Text, Arial 14pt, bulleted</a:t>
            </a:r>
          </a:p>
          <a:p>
            <a:pPr lvl="2"/>
            <a:r>
              <a:rPr lang="en-US" altLang="ja-JP" dirty="0">
                <a:latin typeface="Arial" panose="020B0604020202020204" pitchFamily="34" charset="0"/>
                <a:cs typeface="Arial" panose="020B0604020202020204" pitchFamily="34" charset="0"/>
              </a:rPr>
              <a:t>Third Level Text, Arial 12pt, bulleted</a:t>
            </a:r>
          </a:p>
          <a:p>
            <a:pPr lvl="3"/>
            <a:r>
              <a:rPr lang="en-US" altLang="ja-JP" dirty="0">
                <a:latin typeface="Arial" panose="020B0604020202020204" pitchFamily="34" charset="0"/>
                <a:cs typeface="Arial" panose="020B0604020202020204" pitchFamily="34" charset="0"/>
              </a:rPr>
              <a:t>Fourth Level Text, Arial 12pt, bulleted</a:t>
            </a:r>
          </a:p>
          <a:p>
            <a:pPr lvl="4"/>
            <a:r>
              <a:rPr lang="en-US" altLang="ja-JP" dirty="0">
                <a:latin typeface="Arial" panose="020B0604020202020204" pitchFamily="34" charset="0"/>
                <a:cs typeface="Arial" panose="020B0604020202020204" pitchFamily="34" charset="0"/>
              </a:rPr>
              <a:t>Fifth Level Text, Arial 12pt, bulleted</a:t>
            </a:r>
          </a:p>
          <a:p>
            <a:endParaRPr kumimoji="1" lang="ja-JP" altLang="en-US" dirty="0"/>
          </a:p>
        </p:txBody>
      </p:sp>
      <p:grpSp>
        <p:nvGrpSpPr>
          <p:cNvPr id="6" name="グループ化 5">
            <a:extLst>
              <a:ext uri="{FF2B5EF4-FFF2-40B4-BE49-F238E27FC236}">
                <a16:creationId xmlns:a16="http://schemas.microsoft.com/office/drawing/2014/main" id="{A62BE997-7584-4C36-89E6-62600D670698}"/>
              </a:ext>
            </a:extLst>
          </p:cNvPr>
          <p:cNvGrpSpPr/>
          <p:nvPr/>
        </p:nvGrpSpPr>
        <p:grpSpPr>
          <a:xfrm>
            <a:off x="-1876929" y="-7620"/>
            <a:ext cx="1840815" cy="2808950"/>
            <a:chOff x="5323473" y="1304974"/>
            <a:chExt cx="2564050" cy="2808950"/>
          </a:xfrm>
        </p:grpSpPr>
        <p:sp>
          <p:nvSpPr>
            <p:cNvPr id="7" name="テキスト ボックス 6">
              <a:extLst>
                <a:ext uri="{FF2B5EF4-FFF2-40B4-BE49-F238E27FC236}">
                  <a16:creationId xmlns:a16="http://schemas.microsoft.com/office/drawing/2014/main" id="{2551EE70-D3B3-4317-80B4-53BE23868CFF}"/>
                </a:ext>
              </a:extLst>
            </p:cNvPr>
            <p:cNvSpPr txBox="1"/>
            <p:nvPr/>
          </p:nvSpPr>
          <p:spPr>
            <a:xfrm>
              <a:off x="5341083" y="1304974"/>
              <a:ext cx="2546440" cy="2808950"/>
            </a:xfrm>
            <a:prstGeom prst="rect">
              <a:avLst/>
            </a:prstGeom>
            <a:solidFill>
              <a:schemeClr val="bg1"/>
            </a:solidFill>
            <a:ln>
              <a:solidFill>
                <a:schemeClr val="tx1">
                  <a:lumMod val="50000"/>
                  <a:lumOff val="50000"/>
                </a:schemeClr>
              </a:solidFill>
            </a:ln>
          </p:spPr>
          <p:txBody>
            <a:bodyPr wrap="square" rtlCol="0">
              <a:noAutofit/>
            </a:bodyPr>
            <a:lstStyle/>
            <a:p>
              <a:endParaRPr kumimoji="1" lang="ja-JP" altLang="en-US"/>
            </a:p>
          </p:txBody>
        </p:sp>
        <p:grpSp>
          <p:nvGrpSpPr>
            <p:cNvPr id="8" name="グループ化 7">
              <a:extLst>
                <a:ext uri="{FF2B5EF4-FFF2-40B4-BE49-F238E27FC236}">
                  <a16:creationId xmlns:a16="http://schemas.microsoft.com/office/drawing/2014/main" id="{57582127-0328-4B0E-9874-9AEB3ED2D4A7}"/>
                </a:ext>
              </a:extLst>
            </p:cNvPr>
            <p:cNvGrpSpPr/>
            <p:nvPr/>
          </p:nvGrpSpPr>
          <p:grpSpPr>
            <a:xfrm>
              <a:off x="5432404" y="2436545"/>
              <a:ext cx="2340000" cy="1352183"/>
              <a:chOff x="5418985" y="2790906"/>
              <a:chExt cx="2340000" cy="1352183"/>
            </a:xfrm>
          </p:grpSpPr>
          <p:grpSp>
            <p:nvGrpSpPr>
              <p:cNvPr id="36" name="グループ化 35">
                <a:extLst>
                  <a:ext uri="{FF2B5EF4-FFF2-40B4-BE49-F238E27FC236}">
                    <a16:creationId xmlns:a16="http://schemas.microsoft.com/office/drawing/2014/main" id="{EDC5079A-813F-485C-8856-C47CB163D9CD}"/>
                  </a:ext>
                </a:extLst>
              </p:cNvPr>
              <p:cNvGrpSpPr/>
              <p:nvPr/>
            </p:nvGrpSpPr>
            <p:grpSpPr>
              <a:xfrm>
                <a:off x="5418985" y="3936505"/>
                <a:ext cx="2340000" cy="206584"/>
                <a:chOff x="6081087" y="1218292"/>
                <a:chExt cx="2176383" cy="206584"/>
              </a:xfrm>
            </p:grpSpPr>
            <p:sp>
              <p:nvSpPr>
                <p:cNvPr id="68" name="正方形/長方形 67">
                  <a:extLst>
                    <a:ext uri="{FF2B5EF4-FFF2-40B4-BE49-F238E27FC236}">
                      <a16:creationId xmlns:a16="http://schemas.microsoft.com/office/drawing/2014/main" id="{0712CB2C-1F0D-40B4-BC33-F0219A1E8083}"/>
                    </a:ext>
                  </a:extLst>
                </p:cNvPr>
                <p:cNvSpPr/>
                <p:nvPr/>
              </p:nvSpPr>
              <p:spPr>
                <a:xfrm>
                  <a:off x="6081087" y="1218292"/>
                  <a:ext cx="292374" cy="206584"/>
                </a:xfrm>
                <a:prstGeom prst="rect">
                  <a:avLst/>
                </a:prstGeom>
                <a:solidFill>
                  <a:srgbClr val="67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D507322B-A995-4D68-8035-99DA66766F73}"/>
                    </a:ext>
                  </a:extLst>
                </p:cNvPr>
                <p:cNvSpPr/>
                <p:nvPr/>
              </p:nvSpPr>
              <p:spPr>
                <a:xfrm>
                  <a:off x="6396732" y="1218292"/>
                  <a:ext cx="292374" cy="206584"/>
                </a:xfrm>
                <a:prstGeom prst="rect">
                  <a:avLst/>
                </a:prstGeom>
                <a:solidFill>
                  <a:srgbClr val="85B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正方形/長方形 69">
                  <a:extLst>
                    <a:ext uri="{FF2B5EF4-FFF2-40B4-BE49-F238E27FC236}">
                      <a16:creationId xmlns:a16="http://schemas.microsoft.com/office/drawing/2014/main" id="{B20CC024-AF12-42A7-812A-1FDD94CB4161}"/>
                    </a:ext>
                  </a:extLst>
                </p:cNvPr>
                <p:cNvSpPr/>
                <p:nvPr/>
              </p:nvSpPr>
              <p:spPr>
                <a:xfrm>
                  <a:off x="6709693" y="1218292"/>
                  <a:ext cx="292374" cy="206584"/>
                </a:xfrm>
                <a:prstGeom prst="rect">
                  <a:avLst/>
                </a:prstGeom>
                <a:solidFill>
                  <a:srgbClr val="A4C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正方形/長方形 70">
                  <a:extLst>
                    <a:ext uri="{FF2B5EF4-FFF2-40B4-BE49-F238E27FC236}">
                      <a16:creationId xmlns:a16="http://schemas.microsoft.com/office/drawing/2014/main" id="{21E1A572-A300-41DD-8EC0-BC80340556B7}"/>
                    </a:ext>
                  </a:extLst>
                </p:cNvPr>
                <p:cNvSpPr/>
                <p:nvPr/>
              </p:nvSpPr>
              <p:spPr>
                <a:xfrm>
                  <a:off x="7025338" y="1218292"/>
                  <a:ext cx="292374" cy="206584"/>
                </a:xfrm>
                <a:prstGeom prst="rect">
                  <a:avLst/>
                </a:prstGeom>
                <a:solidFill>
                  <a:srgbClr val="C2DE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1A74E4D2-47F4-434A-94EB-846DD1252833}"/>
                    </a:ext>
                  </a:extLst>
                </p:cNvPr>
                <p:cNvSpPr/>
                <p:nvPr/>
              </p:nvSpPr>
              <p:spPr>
                <a:xfrm>
                  <a:off x="7336490" y="1218292"/>
                  <a:ext cx="292374" cy="206584"/>
                </a:xfrm>
                <a:prstGeom prst="rect">
                  <a:avLst/>
                </a:prstGeom>
                <a:solidFill>
                  <a:srgbClr val="E1EE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正方形/長方形 72">
                  <a:extLst>
                    <a:ext uri="{FF2B5EF4-FFF2-40B4-BE49-F238E27FC236}">
                      <a16:creationId xmlns:a16="http://schemas.microsoft.com/office/drawing/2014/main" id="{31470D8E-9E58-4295-99C5-6999C869B84E}"/>
                    </a:ext>
                  </a:extLst>
                </p:cNvPr>
                <p:cNvSpPr/>
                <p:nvPr/>
              </p:nvSpPr>
              <p:spPr>
                <a:xfrm>
                  <a:off x="7649451" y="1218292"/>
                  <a:ext cx="292374" cy="206584"/>
                </a:xfrm>
                <a:prstGeom prst="rect">
                  <a:avLst/>
                </a:prstGeom>
                <a:solidFill>
                  <a:srgbClr val="F0F7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正方形/長方形 73">
                  <a:extLst>
                    <a:ext uri="{FF2B5EF4-FFF2-40B4-BE49-F238E27FC236}">
                      <a16:creationId xmlns:a16="http://schemas.microsoft.com/office/drawing/2014/main" id="{D4C716D3-F9A1-441C-94B1-39F2B4E1096F}"/>
                    </a:ext>
                  </a:extLst>
                </p:cNvPr>
                <p:cNvSpPr/>
                <p:nvPr/>
              </p:nvSpPr>
              <p:spPr>
                <a:xfrm>
                  <a:off x="7965096" y="1218292"/>
                  <a:ext cx="292374" cy="206584"/>
                </a:xfrm>
                <a:prstGeom prst="rect">
                  <a:avLst/>
                </a:prstGeom>
                <a:solidFill>
                  <a:srgbClr val="3456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a:extLst>
                  <a:ext uri="{FF2B5EF4-FFF2-40B4-BE49-F238E27FC236}">
                    <a16:creationId xmlns:a16="http://schemas.microsoft.com/office/drawing/2014/main" id="{18885137-5090-47C5-9AF6-2667F5714585}"/>
                  </a:ext>
                </a:extLst>
              </p:cNvPr>
              <p:cNvGrpSpPr/>
              <p:nvPr/>
            </p:nvGrpSpPr>
            <p:grpSpPr>
              <a:xfrm>
                <a:off x="5418985" y="3078492"/>
                <a:ext cx="2340000" cy="206584"/>
                <a:chOff x="6081087" y="1218292"/>
                <a:chExt cx="2176383" cy="206584"/>
              </a:xfrm>
            </p:grpSpPr>
            <p:sp>
              <p:nvSpPr>
                <p:cNvPr id="61" name="正方形/長方形 60">
                  <a:extLst>
                    <a:ext uri="{FF2B5EF4-FFF2-40B4-BE49-F238E27FC236}">
                      <a16:creationId xmlns:a16="http://schemas.microsoft.com/office/drawing/2014/main" id="{8C6E046A-41DE-4BDD-B5C9-67ED78C9CFD3}"/>
                    </a:ext>
                  </a:extLst>
                </p:cNvPr>
                <p:cNvSpPr/>
                <p:nvPr/>
              </p:nvSpPr>
              <p:spPr>
                <a:xfrm>
                  <a:off x="6081087" y="1218292"/>
                  <a:ext cx="292374" cy="206584"/>
                </a:xfrm>
                <a:prstGeom prst="rect">
                  <a:avLst/>
                </a:prstGeom>
                <a:solidFill>
                  <a:srgbClr val="8E58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正方形/長方形 61">
                  <a:extLst>
                    <a:ext uri="{FF2B5EF4-FFF2-40B4-BE49-F238E27FC236}">
                      <a16:creationId xmlns:a16="http://schemas.microsoft.com/office/drawing/2014/main" id="{5C4930EF-1ED6-48C5-AAF2-D33290859D80}"/>
                    </a:ext>
                  </a:extLst>
                </p:cNvPr>
                <p:cNvSpPr/>
                <p:nvPr/>
              </p:nvSpPr>
              <p:spPr>
                <a:xfrm>
                  <a:off x="6396732" y="1218292"/>
                  <a:ext cx="292374" cy="206584"/>
                </a:xfrm>
                <a:prstGeom prst="rect">
                  <a:avLst/>
                </a:prstGeom>
                <a:solidFill>
                  <a:srgbClr val="A5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AA2844C3-37B1-4DD4-83A3-ABE2E110CD83}"/>
                    </a:ext>
                  </a:extLst>
                </p:cNvPr>
                <p:cNvSpPr/>
                <p:nvPr/>
              </p:nvSpPr>
              <p:spPr>
                <a:xfrm>
                  <a:off x="6709693" y="1218292"/>
                  <a:ext cx="292374" cy="206584"/>
                </a:xfrm>
                <a:prstGeom prst="rect">
                  <a:avLst/>
                </a:prstGeom>
                <a:solidFill>
                  <a:srgbClr val="BB9B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2070B1EA-2E52-4EB8-95A9-3E550FC82044}"/>
                    </a:ext>
                  </a:extLst>
                </p:cNvPr>
                <p:cNvSpPr/>
                <p:nvPr/>
              </p:nvSpPr>
              <p:spPr>
                <a:xfrm>
                  <a:off x="7025338" y="1218292"/>
                  <a:ext cx="292374" cy="206584"/>
                </a:xfrm>
                <a:prstGeom prst="rect">
                  <a:avLst/>
                </a:prstGeom>
                <a:solidFill>
                  <a:srgbClr val="D2B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a:extLst>
                    <a:ext uri="{FF2B5EF4-FFF2-40B4-BE49-F238E27FC236}">
                      <a16:creationId xmlns:a16="http://schemas.microsoft.com/office/drawing/2014/main" id="{1B8F15CE-8F11-4080-A286-CC79AFB70C93}"/>
                    </a:ext>
                  </a:extLst>
                </p:cNvPr>
                <p:cNvSpPr/>
                <p:nvPr/>
              </p:nvSpPr>
              <p:spPr>
                <a:xfrm>
                  <a:off x="7336490" y="1218292"/>
                  <a:ext cx="292374" cy="206584"/>
                </a:xfrm>
                <a:prstGeom prst="rect">
                  <a:avLst/>
                </a:prstGeom>
                <a:solidFill>
                  <a:srgbClr val="E8D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3A62269-A4FD-41D8-9DCA-F4250116F796}"/>
                    </a:ext>
                  </a:extLst>
                </p:cNvPr>
                <p:cNvSpPr/>
                <p:nvPr/>
              </p:nvSpPr>
              <p:spPr>
                <a:xfrm>
                  <a:off x="7649451" y="1218292"/>
                  <a:ext cx="292374" cy="206584"/>
                </a:xfrm>
                <a:prstGeom prst="rect">
                  <a:avLst/>
                </a:prstGeom>
                <a:solidFill>
                  <a:srgbClr val="F4EE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正方形/長方形 66">
                  <a:extLst>
                    <a:ext uri="{FF2B5EF4-FFF2-40B4-BE49-F238E27FC236}">
                      <a16:creationId xmlns:a16="http://schemas.microsoft.com/office/drawing/2014/main" id="{DE7E21AE-FB48-490F-B4AF-53BD79EE3975}"/>
                    </a:ext>
                  </a:extLst>
                </p:cNvPr>
                <p:cNvSpPr/>
                <p:nvPr/>
              </p:nvSpPr>
              <p:spPr>
                <a:xfrm>
                  <a:off x="7965096" y="1218292"/>
                  <a:ext cx="292374" cy="206584"/>
                </a:xfrm>
                <a:prstGeom prst="rect">
                  <a:avLst/>
                </a:prstGeom>
                <a:solidFill>
                  <a:srgbClr val="472C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8" name="グループ化 37">
                <a:extLst>
                  <a:ext uri="{FF2B5EF4-FFF2-40B4-BE49-F238E27FC236}">
                    <a16:creationId xmlns:a16="http://schemas.microsoft.com/office/drawing/2014/main" id="{981EC234-83AD-49FE-A0CF-68DC753AE8E5}"/>
                  </a:ext>
                </a:extLst>
              </p:cNvPr>
              <p:cNvGrpSpPr/>
              <p:nvPr/>
            </p:nvGrpSpPr>
            <p:grpSpPr>
              <a:xfrm>
                <a:off x="5418985" y="3370465"/>
                <a:ext cx="2340000" cy="206584"/>
                <a:chOff x="6081087" y="1218292"/>
                <a:chExt cx="2176383" cy="206584"/>
              </a:xfrm>
            </p:grpSpPr>
            <p:sp>
              <p:nvSpPr>
                <p:cNvPr id="54" name="正方形/長方形 53">
                  <a:extLst>
                    <a:ext uri="{FF2B5EF4-FFF2-40B4-BE49-F238E27FC236}">
                      <a16:creationId xmlns:a16="http://schemas.microsoft.com/office/drawing/2014/main" id="{B0B1369D-EEB9-4C1A-9554-E1047F357D3F}"/>
                    </a:ext>
                  </a:extLst>
                </p:cNvPr>
                <p:cNvSpPr/>
                <p:nvPr/>
              </p:nvSpPr>
              <p:spPr>
                <a:xfrm>
                  <a:off x="6081087" y="1218292"/>
                  <a:ext cx="292374" cy="206584"/>
                </a:xfrm>
                <a:prstGeom prst="rect">
                  <a:avLst/>
                </a:prstGeom>
                <a:solidFill>
                  <a:srgbClr val="E035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DB7569D2-633F-4AE1-8717-6E0C14A9E463}"/>
                    </a:ext>
                  </a:extLst>
                </p:cNvPr>
                <p:cNvSpPr/>
                <p:nvPr/>
              </p:nvSpPr>
              <p:spPr>
                <a:xfrm>
                  <a:off x="6396732" y="1218292"/>
                  <a:ext cx="292374" cy="206584"/>
                </a:xfrm>
                <a:prstGeom prst="rect">
                  <a:avLst/>
                </a:prstGeom>
                <a:solidFill>
                  <a:srgbClr val="E65D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AF29F24A-1EF1-4A55-A7E8-EB11DB2851C7}"/>
                    </a:ext>
                  </a:extLst>
                </p:cNvPr>
                <p:cNvSpPr/>
                <p:nvPr/>
              </p:nvSpPr>
              <p:spPr>
                <a:xfrm>
                  <a:off x="6709693" y="1218292"/>
                  <a:ext cx="292374" cy="206584"/>
                </a:xfrm>
                <a:prstGeom prst="rect">
                  <a:avLst/>
                </a:prstGeom>
                <a:solidFill>
                  <a:srgbClr val="EC86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A71C665D-AD80-4D64-B790-F7455329DAE6}"/>
                    </a:ext>
                  </a:extLst>
                </p:cNvPr>
                <p:cNvSpPr/>
                <p:nvPr/>
              </p:nvSpPr>
              <p:spPr>
                <a:xfrm>
                  <a:off x="7025338" y="1218292"/>
                  <a:ext cx="292374" cy="206584"/>
                </a:xfrm>
                <a:prstGeom prst="rect">
                  <a:avLst/>
                </a:prstGeom>
                <a:solidFill>
                  <a:srgbClr val="F3A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3C420970-37EF-4BB5-AAC2-9D22C106DE21}"/>
                    </a:ext>
                  </a:extLst>
                </p:cNvPr>
                <p:cNvSpPr/>
                <p:nvPr/>
              </p:nvSpPr>
              <p:spPr>
                <a:xfrm>
                  <a:off x="7336490" y="1218292"/>
                  <a:ext cx="292374" cy="206584"/>
                </a:xfrm>
                <a:prstGeom prst="rect">
                  <a:avLst/>
                </a:prstGeom>
                <a:solidFill>
                  <a:srgbClr val="F9D7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5C7A597E-FDDD-45FD-9A2F-42700F753BEE}"/>
                    </a:ext>
                  </a:extLst>
                </p:cNvPr>
                <p:cNvSpPr/>
                <p:nvPr/>
              </p:nvSpPr>
              <p:spPr>
                <a:xfrm>
                  <a:off x="7649451" y="1218292"/>
                  <a:ext cx="292374" cy="206584"/>
                </a:xfrm>
                <a:prstGeom prst="rect">
                  <a:avLst/>
                </a:prstGeom>
                <a:solidFill>
                  <a:srgbClr val="FCE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正方形/長方形 59">
                  <a:extLst>
                    <a:ext uri="{FF2B5EF4-FFF2-40B4-BE49-F238E27FC236}">
                      <a16:creationId xmlns:a16="http://schemas.microsoft.com/office/drawing/2014/main" id="{F61F8A5D-0F93-4DE4-9A7B-297B15291F2E}"/>
                    </a:ext>
                  </a:extLst>
                </p:cNvPr>
                <p:cNvSpPr/>
                <p:nvPr/>
              </p:nvSpPr>
              <p:spPr>
                <a:xfrm>
                  <a:off x="7965096" y="1218292"/>
                  <a:ext cx="292374" cy="206584"/>
                </a:xfrm>
                <a:prstGeom prst="rect">
                  <a:avLst/>
                </a:prstGeom>
                <a:solidFill>
                  <a:srgbClr val="701B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9" name="グループ化 38">
                <a:extLst>
                  <a:ext uri="{FF2B5EF4-FFF2-40B4-BE49-F238E27FC236}">
                    <a16:creationId xmlns:a16="http://schemas.microsoft.com/office/drawing/2014/main" id="{33568D70-246E-4FF2-B55D-9FA01B849F78}"/>
                  </a:ext>
                </a:extLst>
              </p:cNvPr>
              <p:cNvGrpSpPr/>
              <p:nvPr/>
            </p:nvGrpSpPr>
            <p:grpSpPr>
              <a:xfrm>
                <a:off x="5418985" y="3659567"/>
                <a:ext cx="2340000" cy="206584"/>
                <a:chOff x="6081087" y="1218292"/>
                <a:chExt cx="2176383" cy="206584"/>
              </a:xfrm>
            </p:grpSpPr>
            <p:sp>
              <p:nvSpPr>
                <p:cNvPr id="47" name="正方形/長方形 46">
                  <a:extLst>
                    <a:ext uri="{FF2B5EF4-FFF2-40B4-BE49-F238E27FC236}">
                      <a16:creationId xmlns:a16="http://schemas.microsoft.com/office/drawing/2014/main" id="{7492BD4C-14AA-43AB-9678-055CBCC192EB}"/>
                    </a:ext>
                  </a:extLst>
                </p:cNvPr>
                <p:cNvSpPr/>
                <p:nvPr/>
              </p:nvSpPr>
              <p:spPr>
                <a:xfrm>
                  <a:off x="6081087" y="1218292"/>
                  <a:ext cx="292374" cy="206584"/>
                </a:xfrm>
                <a:prstGeom prst="rect">
                  <a:avLst/>
                </a:prstGeom>
                <a:solidFill>
                  <a:srgbClr val="EA5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正方形/長方形 47">
                  <a:extLst>
                    <a:ext uri="{FF2B5EF4-FFF2-40B4-BE49-F238E27FC236}">
                      <a16:creationId xmlns:a16="http://schemas.microsoft.com/office/drawing/2014/main" id="{9212FD02-8D18-4C29-8FE8-CEC0868DA707}"/>
                    </a:ext>
                  </a:extLst>
                </p:cNvPr>
                <p:cNvSpPr/>
                <p:nvPr/>
              </p:nvSpPr>
              <p:spPr>
                <a:xfrm>
                  <a:off x="6396732" y="1218292"/>
                  <a:ext cx="292374" cy="206584"/>
                </a:xfrm>
                <a:prstGeom prst="rect">
                  <a:avLst/>
                </a:prstGeom>
                <a:solidFill>
                  <a:srgbClr val="EE7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正方形/長方形 48">
                  <a:extLst>
                    <a:ext uri="{FF2B5EF4-FFF2-40B4-BE49-F238E27FC236}">
                      <a16:creationId xmlns:a16="http://schemas.microsoft.com/office/drawing/2014/main" id="{C59E977E-B09D-43C9-BA11-3B3ADE888868}"/>
                    </a:ext>
                  </a:extLst>
                </p:cNvPr>
                <p:cNvSpPr/>
                <p:nvPr/>
              </p:nvSpPr>
              <p:spPr>
                <a:xfrm>
                  <a:off x="6709693" y="1218292"/>
                  <a:ext cx="292374" cy="206584"/>
                </a:xfrm>
                <a:prstGeom prst="rect">
                  <a:avLst/>
                </a:prstGeom>
                <a:solidFill>
                  <a:srgbClr val="F299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正方形/長方形 49">
                  <a:extLst>
                    <a:ext uri="{FF2B5EF4-FFF2-40B4-BE49-F238E27FC236}">
                      <a16:creationId xmlns:a16="http://schemas.microsoft.com/office/drawing/2014/main" id="{CD59028D-4F9E-4235-93E8-240E1C60CCD2}"/>
                    </a:ext>
                  </a:extLst>
                </p:cNvPr>
                <p:cNvSpPr/>
                <p:nvPr/>
              </p:nvSpPr>
              <p:spPr>
                <a:xfrm>
                  <a:off x="7025338" y="1218292"/>
                  <a:ext cx="292374" cy="206584"/>
                </a:xfrm>
                <a:prstGeom prst="rect">
                  <a:avLst/>
                </a:prstGeom>
                <a:solidFill>
                  <a:srgbClr val="F7BB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正方形/長方形 50">
                  <a:extLst>
                    <a:ext uri="{FF2B5EF4-FFF2-40B4-BE49-F238E27FC236}">
                      <a16:creationId xmlns:a16="http://schemas.microsoft.com/office/drawing/2014/main" id="{235AE46D-1E8D-47C2-8934-0553FCAB4B30}"/>
                    </a:ext>
                  </a:extLst>
                </p:cNvPr>
                <p:cNvSpPr/>
                <p:nvPr/>
              </p:nvSpPr>
              <p:spPr>
                <a:xfrm>
                  <a:off x="7336490" y="1218292"/>
                  <a:ext cx="292374" cy="206584"/>
                </a:xfrm>
                <a:prstGeom prst="rect">
                  <a:avLst/>
                </a:prstGeom>
                <a:solidFill>
                  <a:srgbClr val="FBDD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a:extLst>
                    <a:ext uri="{FF2B5EF4-FFF2-40B4-BE49-F238E27FC236}">
                      <a16:creationId xmlns:a16="http://schemas.microsoft.com/office/drawing/2014/main" id="{806A821A-7DA3-4584-A8DA-84E326F16CBC}"/>
                    </a:ext>
                  </a:extLst>
                </p:cNvPr>
                <p:cNvSpPr/>
                <p:nvPr/>
              </p:nvSpPr>
              <p:spPr>
                <a:xfrm>
                  <a:off x="7649451" y="1218292"/>
                  <a:ext cx="292374" cy="206584"/>
                </a:xfrm>
                <a:prstGeom prst="rect">
                  <a:avLst/>
                </a:prstGeom>
                <a:solidFill>
                  <a:srgbClr val="FDE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259BF692-F247-4F24-BD82-27EA97735C7F}"/>
                    </a:ext>
                  </a:extLst>
                </p:cNvPr>
                <p:cNvSpPr/>
                <p:nvPr/>
              </p:nvSpPr>
              <p:spPr>
                <a:xfrm>
                  <a:off x="7965096" y="1218292"/>
                  <a:ext cx="292374" cy="206584"/>
                </a:xfrm>
                <a:prstGeom prst="rect">
                  <a:avLst/>
                </a:prstGeom>
                <a:solidFill>
                  <a:srgbClr val="752B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0" name="正方形/長方形 39">
                <a:extLst>
                  <a:ext uri="{FF2B5EF4-FFF2-40B4-BE49-F238E27FC236}">
                    <a16:creationId xmlns:a16="http://schemas.microsoft.com/office/drawing/2014/main" id="{32D11ADE-6562-4299-83A1-0800ED808BD8}"/>
                  </a:ext>
                </a:extLst>
              </p:cNvPr>
              <p:cNvSpPr/>
              <p:nvPr/>
            </p:nvSpPr>
            <p:spPr>
              <a:xfrm>
                <a:off x="5418985" y="2790906"/>
                <a:ext cx="314354" cy="206584"/>
              </a:xfrm>
              <a:prstGeom prst="rect">
                <a:avLst/>
              </a:prstGeom>
              <a:solidFill>
                <a:srgbClr val="1E83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正方形/長方形 40">
                <a:extLst>
                  <a:ext uri="{FF2B5EF4-FFF2-40B4-BE49-F238E27FC236}">
                    <a16:creationId xmlns:a16="http://schemas.microsoft.com/office/drawing/2014/main" id="{F99FFCB0-FED2-46FB-BC98-B999A8A0C492}"/>
                  </a:ext>
                </a:extLst>
              </p:cNvPr>
              <p:cNvSpPr/>
              <p:nvPr/>
            </p:nvSpPr>
            <p:spPr>
              <a:xfrm>
                <a:off x="5758360" y="2790906"/>
                <a:ext cx="314354" cy="206584"/>
              </a:xfrm>
              <a:prstGeom prst="rect">
                <a:avLst/>
              </a:prstGeom>
              <a:solidFill>
                <a:srgbClr val="4B9C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F1E47D0B-D9E3-4346-88D6-3EEAFFD71CB6}"/>
                  </a:ext>
                </a:extLst>
              </p:cNvPr>
              <p:cNvSpPr/>
              <p:nvPr/>
            </p:nvSpPr>
            <p:spPr>
              <a:xfrm>
                <a:off x="6094849" y="2790906"/>
                <a:ext cx="314354" cy="206584"/>
              </a:xfrm>
              <a:prstGeom prst="rect">
                <a:avLst/>
              </a:prstGeom>
              <a:solidFill>
                <a:srgbClr val="78B5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9C29F87F-FFDC-4ECA-8988-DB115834C921}"/>
                  </a:ext>
                </a:extLst>
              </p:cNvPr>
              <p:cNvSpPr/>
              <p:nvPr/>
            </p:nvSpPr>
            <p:spPr>
              <a:xfrm>
                <a:off x="6434223" y="2790906"/>
                <a:ext cx="314354" cy="206584"/>
              </a:xfrm>
              <a:prstGeom prst="rect">
                <a:avLst/>
              </a:prstGeom>
              <a:solidFill>
                <a:srgbClr val="A5C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916CEF25-FFE6-40E0-8F93-65E6FD38D132}"/>
                  </a:ext>
                </a:extLst>
              </p:cNvPr>
              <p:cNvSpPr/>
              <p:nvPr/>
            </p:nvSpPr>
            <p:spPr>
              <a:xfrm>
                <a:off x="6768767" y="2790906"/>
                <a:ext cx="314354" cy="206584"/>
              </a:xfrm>
              <a:prstGeom prst="rect">
                <a:avLst/>
              </a:prstGeom>
              <a:solidFill>
                <a:srgbClr val="D2E6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正方形/長方形 44">
                <a:extLst>
                  <a:ext uri="{FF2B5EF4-FFF2-40B4-BE49-F238E27FC236}">
                    <a16:creationId xmlns:a16="http://schemas.microsoft.com/office/drawing/2014/main" id="{DF9D90A8-FF72-4A99-878D-CC894B12D139}"/>
                  </a:ext>
                </a:extLst>
              </p:cNvPr>
              <p:cNvSpPr/>
              <p:nvPr/>
            </p:nvSpPr>
            <p:spPr>
              <a:xfrm>
                <a:off x="7105256" y="2790906"/>
                <a:ext cx="314354" cy="206584"/>
              </a:xfrm>
              <a:prstGeom prst="rect">
                <a:avLst/>
              </a:prstGeom>
              <a:solidFill>
                <a:srgbClr val="E8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57C58C0F-6511-413A-960B-1C945F476988}"/>
                  </a:ext>
                </a:extLst>
              </p:cNvPr>
              <p:cNvSpPr/>
              <p:nvPr/>
            </p:nvSpPr>
            <p:spPr>
              <a:xfrm>
                <a:off x="7444631" y="2790906"/>
                <a:ext cx="314354" cy="206584"/>
              </a:xfrm>
              <a:prstGeom prst="rect">
                <a:avLst/>
              </a:prstGeom>
              <a:solidFill>
                <a:srgbClr val="0F42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 name="グループ化 8">
              <a:extLst>
                <a:ext uri="{FF2B5EF4-FFF2-40B4-BE49-F238E27FC236}">
                  <a16:creationId xmlns:a16="http://schemas.microsoft.com/office/drawing/2014/main" id="{DAD9CC1B-FE8B-4119-A189-91B23F79BF18}"/>
                </a:ext>
              </a:extLst>
            </p:cNvPr>
            <p:cNvGrpSpPr/>
            <p:nvPr/>
          </p:nvGrpSpPr>
          <p:grpSpPr>
            <a:xfrm>
              <a:off x="5459325" y="3900609"/>
              <a:ext cx="2378172" cy="92333"/>
              <a:chOff x="5848543" y="3939772"/>
              <a:chExt cx="2378172" cy="92333"/>
            </a:xfrm>
          </p:grpSpPr>
          <p:sp>
            <p:nvSpPr>
              <p:cNvPr id="29" name="テキスト ボックス 28">
                <a:extLst>
                  <a:ext uri="{FF2B5EF4-FFF2-40B4-BE49-F238E27FC236}">
                    <a16:creationId xmlns:a16="http://schemas.microsoft.com/office/drawing/2014/main" id="{5D72640F-2D23-4B10-82E1-AC7E08818ED1}"/>
                  </a:ext>
                </a:extLst>
              </p:cNvPr>
              <p:cNvSpPr txBox="1"/>
              <p:nvPr/>
            </p:nvSpPr>
            <p:spPr>
              <a:xfrm>
                <a:off x="5848543" y="3939772"/>
                <a:ext cx="312592" cy="92333"/>
              </a:xfrm>
              <a:prstGeom prst="rect">
                <a:avLst/>
              </a:prstGeom>
              <a:noFill/>
            </p:spPr>
            <p:txBody>
              <a:bodyPr wrap="none" lIns="0" tIns="0" rIns="0" bIns="0" rtlCol="0">
                <a:spAutoFit/>
              </a:bodyPr>
              <a:lstStyle/>
              <a:p>
                <a:r>
                  <a:rPr kumimoji="1" lang="en-US" altLang="ja-JP" sz="600" dirty="0"/>
                  <a:t>100%</a:t>
                </a:r>
                <a:endParaRPr kumimoji="1" lang="ja-JP" altLang="en-US" sz="600" dirty="0"/>
              </a:p>
            </p:txBody>
          </p:sp>
          <p:sp>
            <p:nvSpPr>
              <p:cNvPr id="30" name="テキスト ボックス 29">
                <a:extLst>
                  <a:ext uri="{FF2B5EF4-FFF2-40B4-BE49-F238E27FC236}">
                    <a16:creationId xmlns:a16="http://schemas.microsoft.com/office/drawing/2014/main" id="{A7A5C39A-7F56-412C-891B-4F8A17917EF8}"/>
                  </a:ext>
                </a:extLst>
              </p:cNvPr>
              <p:cNvSpPr txBox="1"/>
              <p:nvPr/>
            </p:nvSpPr>
            <p:spPr>
              <a:xfrm>
                <a:off x="6215761" y="3939772"/>
                <a:ext cx="245608" cy="92333"/>
              </a:xfrm>
              <a:prstGeom prst="rect">
                <a:avLst/>
              </a:prstGeom>
              <a:noFill/>
            </p:spPr>
            <p:txBody>
              <a:bodyPr wrap="none" lIns="0" tIns="0" rIns="0" bIns="0" rtlCol="0">
                <a:spAutoFit/>
              </a:bodyPr>
              <a:lstStyle/>
              <a:p>
                <a:r>
                  <a:rPr kumimoji="1" lang="en-US" altLang="ja-JP" sz="600" dirty="0"/>
                  <a:t>80%</a:t>
                </a:r>
                <a:endParaRPr kumimoji="1" lang="ja-JP" altLang="en-US" sz="600"/>
              </a:p>
            </p:txBody>
          </p:sp>
          <p:sp>
            <p:nvSpPr>
              <p:cNvPr id="31" name="テキスト ボックス 30">
                <a:extLst>
                  <a:ext uri="{FF2B5EF4-FFF2-40B4-BE49-F238E27FC236}">
                    <a16:creationId xmlns:a16="http://schemas.microsoft.com/office/drawing/2014/main" id="{A2740B1B-C713-4650-8F14-C7064BFB9E61}"/>
                  </a:ext>
                </a:extLst>
              </p:cNvPr>
              <p:cNvSpPr txBox="1"/>
              <p:nvPr/>
            </p:nvSpPr>
            <p:spPr>
              <a:xfrm>
                <a:off x="6546992" y="3939772"/>
                <a:ext cx="245608" cy="92333"/>
              </a:xfrm>
              <a:prstGeom prst="rect">
                <a:avLst/>
              </a:prstGeom>
              <a:noFill/>
            </p:spPr>
            <p:txBody>
              <a:bodyPr wrap="none" lIns="0" tIns="0" rIns="0" bIns="0" rtlCol="0">
                <a:spAutoFit/>
              </a:bodyPr>
              <a:lstStyle/>
              <a:p>
                <a:r>
                  <a:rPr kumimoji="1" lang="en-US" altLang="ja-JP" sz="600" dirty="0"/>
                  <a:t>60%</a:t>
                </a:r>
                <a:endParaRPr kumimoji="1" lang="ja-JP" altLang="en-US" sz="600"/>
              </a:p>
            </p:txBody>
          </p:sp>
          <p:sp>
            <p:nvSpPr>
              <p:cNvPr id="32" name="テキスト ボックス 31">
                <a:extLst>
                  <a:ext uri="{FF2B5EF4-FFF2-40B4-BE49-F238E27FC236}">
                    <a16:creationId xmlns:a16="http://schemas.microsoft.com/office/drawing/2014/main" id="{0C9BE3D8-B869-41FA-A4CB-58281DA1C6DD}"/>
                  </a:ext>
                </a:extLst>
              </p:cNvPr>
              <p:cNvSpPr txBox="1"/>
              <p:nvPr/>
            </p:nvSpPr>
            <p:spPr>
              <a:xfrm>
                <a:off x="6879129" y="3939772"/>
                <a:ext cx="245608" cy="92333"/>
              </a:xfrm>
              <a:prstGeom prst="rect">
                <a:avLst/>
              </a:prstGeom>
              <a:noFill/>
            </p:spPr>
            <p:txBody>
              <a:bodyPr wrap="none" lIns="0" tIns="0" rIns="0" bIns="0" rtlCol="0">
                <a:spAutoFit/>
              </a:bodyPr>
              <a:lstStyle/>
              <a:p>
                <a:r>
                  <a:rPr kumimoji="1" lang="en-US" altLang="ja-JP" sz="600" dirty="0"/>
                  <a:t>40%</a:t>
                </a:r>
                <a:endParaRPr kumimoji="1" lang="ja-JP" altLang="en-US" sz="600"/>
              </a:p>
            </p:txBody>
          </p:sp>
          <p:sp>
            <p:nvSpPr>
              <p:cNvPr id="33" name="テキスト ボックス 32">
                <a:extLst>
                  <a:ext uri="{FF2B5EF4-FFF2-40B4-BE49-F238E27FC236}">
                    <a16:creationId xmlns:a16="http://schemas.microsoft.com/office/drawing/2014/main" id="{EF24587E-CBC7-422B-9301-F78C90055064}"/>
                  </a:ext>
                </a:extLst>
              </p:cNvPr>
              <p:cNvSpPr txBox="1"/>
              <p:nvPr/>
            </p:nvSpPr>
            <p:spPr>
              <a:xfrm>
                <a:off x="7216022" y="3939772"/>
                <a:ext cx="245608" cy="92333"/>
              </a:xfrm>
              <a:prstGeom prst="rect">
                <a:avLst/>
              </a:prstGeom>
              <a:noFill/>
            </p:spPr>
            <p:txBody>
              <a:bodyPr wrap="none" lIns="0" tIns="0" rIns="0" bIns="0" rtlCol="0">
                <a:spAutoFit/>
              </a:bodyPr>
              <a:lstStyle/>
              <a:p>
                <a:r>
                  <a:rPr kumimoji="1" lang="en-US" altLang="ja-JP" sz="600" dirty="0"/>
                  <a:t>20%</a:t>
                </a:r>
                <a:endParaRPr kumimoji="1" lang="ja-JP" altLang="en-US" sz="600"/>
              </a:p>
            </p:txBody>
          </p:sp>
          <p:sp>
            <p:nvSpPr>
              <p:cNvPr id="34" name="テキスト ボックス 33">
                <a:extLst>
                  <a:ext uri="{FF2B5EF4-FFF2-40B4-BE49-F238E27FC236}">
                    <a16:creationId xmlns:a16="http://schemas.microsoft.com/office/drawing/2014/main" id="{07F2461C-1634-48E1-A2D6-37557E3EA172}"/>
                  </a:ext>
                </a:extLst>
              </p:cNvPr>
              <p:cNvSpPr txBox="1"/>
              <p:nvPr/>
            </p:nvSpPr>
            <p:spPr>
              <a:xfrm>
                <a:off x="7564804" y="3939772"/>
                <a:ext cx="245608" cy="92333"/>
              </a:xfrm>
              <a:prstGeom prst="rect">
                <a:avLst/>
              </a:prstGeom>
              <a:noFill/>
            </p:spPr>
            <p:txBody>
              <a:bodyPr wrap="none" lIns="0" tIns="0" rIns="0" bIns="0" rtlCol="0">
                <a:spAutoFit/>
              </a:bodyPr>
              <a:lstStyle/>
              <a:p>
                <a:r>
                  <a:rPr kumimoji="1" lang="en-US" altLang="ja-JP" sz="600" dirty="0"/>
                  <a:t>10%</a:t>
                </a:r>
                <a:endParaRPr kumimoji="1" lang="ja-JP" altLang="en-US" sz="600" dirty="0"/>
              </a:p>
            </p:txBody>
          </p:sp>
          <p:sp>
            <p:nvSpPr>
              <p:cNvPr id="35" name="テキスト ボックス 34">
                <a:extLst>
                  <a:ext uri="{FF2B5EF4-FFF2-40B4-BE49-F238E27FC236}">
                    <a16:creationId xmlns:a16="http://schemas.microsoft.com/office/drawing/2014/main" id="{7712EC68-FE19-4800-9779-FA00759071EE}"/>
                  </a:ext>
                </a:extLst>
              </p:cNvPr>
              <p:cNvSpPr txBox="1"/>
              <p:nvPr/>
            </p:nvSpPr>
            <p:spPr>
              <a:xfrm>
                <a:off x="7822577" y="3939772"/>
                <a:ext cx="404138" cy="92333"/>
              </a:xfrm>
              <a:prstGeom prst="rect">
                <a:avLst/>
              </a:prstGeom>
              <a:noFill/>
            </p:spPr>
            <p:txBody>
              <a:bodyPr wrap="none" lIns="0" tIns="0" rIns="0" bIns="0" rtlCol="0">
                <a:spAutoFit/>
              </a:bodyPr>
              <a:lstStyle/>
              <a:p>
                <a:r>
                  <a:rPr kumimoji="1" lang="en-US" altLang="ja-JP" sz="600" dirty="0"/>
                  <a:t>+K60%</a:t>
                </a:r>
                <a:endParaRPr kumimoji="1" lang="ja-JP" altLang="en-US" sz="600" dirty="0"/>
              </a:p>
            </p:txBody>
          </p:sp>
        </p:grpSp>
        <p:grpSp>
          <p:nvGrpSpPr>
            <p:cNvPr id="10" name="グループ化 9">
              <a:extLst>
                <a:ext uri="{FF2B5EF4-FFF2-40B4-BE49-F238E27FC236}">
                  <a16:creationId xmlns:a16="http://schemas.microsoft.com/office/drawing/2014/main" id="{ED9F7C10-BC3D-4801-AC08-5B98F8D07375}"/>
                </a:ext>
              </a:extLst>
            </p:cNvPr>
            <p:cNvGrpSpPr/>
            <p:nvPr/>
          </p:nvGrpSpPr>
          <p:grpSpPr>
            <a:xfrm>
              <a:off x="5429989" y="1563946"/>
              <a:ext cx="2340000" cy="491271"/>
              <a:chOff x="6430495" y="1255618"/>
              <a:chExt cx="2340000" cy="491271"/>
            </a:xfrm>
          </p:grpSpPr>
          <p:grpSp>
            <p:nvGrpSpPr>
              <p:cNvPr id="14" name="グループ化 13">
                <a:extLst>
                  <a:ext uri="{FF2B5EF4-FFF2-40B4-BE49-F238E27FC236}">
                    <a16:creationId xmlns:a16="http://schemas.microsoft.com/office/drawing/2014/main" id="{62140960-2DAF-4899-8513-52D6228FCB0D}"/>
                  </a:ext>
                </a:extLst>
              </p:cNvPr>
              <p:cNvGrpSpPr/>
              <p:nvPr/>
            </p:nvGrpSpPr>
            <p:grpSpPr>
              <a:xfrm>
                <a:off x="6430495" y="1255618"/>
                <a:ext cx="2340000" cy="206584"/>
                <a:chOff x="6081087" y="1281981"/>
                <a:chExt cx="2176383" cy="206584"/>
              </a:xfrm>
            </p:grpSpPr>
            <p:sp>
              <p:nvSpPr>
                <p:cNvPr id="22" name="正方形/長方形 21">
                  <a:extLst>
                    <a:ext uri="{FF2B5EF4-FFF2-40B4-BE49-F238E27FC236}">
                      <a16:creationId xmlns:a16="http://schemas.microsoft.com/office/drawing/2014/main" id="{C82E1D63-6389-4801-A52D-791228AC1C7C}"/>
                    </a:ext>
                  </a:extLst>
                </p:cNvPr>
                <p:cNvSpPr/>
                <p:nvPr/>
              </p:nvSpPr>
              <p:spPr>
                <a:xfrm>
                  <a:off x="6081087" y="1281981"/>
                  <a:ext cx="292374" cy="206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57BEABF6-469E-4530-8A11-3CCEEB6F53E5}"/>
                    </a:ext>
                  </a:extLst>
                </p:cNvPr>
                <p:cNvSpPr/>
                <p:nvPr/>
              </p:nvSpPr>
              <p:spPr>
                <a:xfrm>
                  <a:off x="6396732" y="1281981"/>
                  <a:ext cx="292374" cy="206584"/>
                </a:xfrm>
                <a:prstGeom prst="rect">
                  <a:avLst/>
                </a:prstGeom>
                <a:solidFill>
                  <a:srgbClr val="34A7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3AAF51C7-8B5F-474C-8760-B8DA9217DDB0}"/>
                    </a:ext>
                  </a:extLst>
                </p:cNvPr>
                <p:cNvSpPr/>
                <p:nvPr/>
              </p:nvSpPr>
              <p:spPr>
                <a:xfrm>
                  <a:off x="6709693" y="1281981"/>
                  <a:ext cx="292374" cy="2065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D09187C4-BAF2-48B1-8ED2-16FE5DC33692}"/>
                    </a:ext>
                  </a:extLst>
                </p:cNvPr>
                <p:cNvSpPr/>
                <p:nvPr/>
              </p:nvSpPr>
              <p:spPr>
                <a:xfrm>
                  <a:off x="7025338" y="1281981"/>
                  <a:ext cx="292374" cy="206584"/>
                </a:xfrm>
                <a:prstGeom prst="rect">
                  <a:avLst/>
                </a:prstGeom>
                <a:solidFill>
                  <a:srgbClr val="99D3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D5CAA485-55BF-4A4B-978B-4B8EA84F2090}"/>
                    </a:ext>
                  </a:extLst>
                </p:cNvPr>
                <p:cNvSpPr/>
                <p:nvPr/>
              </p:nvSpPr>
              <p:spPr>
                <a:xfrm>
                  <a:off x="7336490" y="1281981"/>
                  <a:ext cx="292374" cy="20658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C21CCF66-D2A6-4A35-BCCE-81C2C6A1FD03}"/>
                    </a:ext>
                  </a:extLst>
                </p:cNvPr>
                <p:cNvSpPr/>
                <p:nvPr/>
              </p:nvSpPr>
              <p:spPr>
                <a:xfrm>
                  <a:off x="7649451" y="1281981"/>
                  <a:ext cx="292374" cy="206584"/>
                </a:xfrm>
                <a:prstGeom prst="rect">
                  <a:avLst/>
                </a:prstGeom>
                <a:solidFill>
                  <a:srgbClr val="E6F4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C2BAE271-DF5D-4DA7-AD14-38948AD35F46}"/>
                    </a:ext>
                  </a:extLst>
                </p:cNvPr>
                <p:cNvSpPr/>
                <p:nvPr/>
              </p:nvSpPr>
              <p:spPr>
                <a:xfrm>
                  <a:off x="7965096" y="1281981"/>
                  <a:ext cx="292374" cy="206584"/>
                </a:xfrm>
                <a:prstGeom prst="rect">
                  <a:avLst/>
                </a:prstGeom>
                <a:solidFill>
                  <a:srgbClr val="0149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グループ化 14">
                <a:extLst>
                  <a:ext uri="{FF2B5EF4-FFF2-40B4-BE49-F238E27FC236}">
                    <a16:creationId xmlns:a16="http://schemas.microsoft.com/office/drawing/2014/main" id="{DA159540-2956-4E7F-8D82-5CFF209D7553}"/>
                  </a:ext>
                </a:extLst>
              </p:cNvPr>
              <p:cNvGrpSpPr/>
              <p:nvPr/>
            </p:nvGrpSpPr>
            <p:grpSpPr>
              <a:xfrm>
                <a:off x="6430495" y="1540305"/>
                <a:ext cx="2000625" cy="206584"/>
                <a:chOff x="6081087" y="1281981"/>
                <a:chExt cx="1860738" cy="206584"/>
              </a:xfrm>
            </p:grpSpPr>
            <p:sp>
              <p:nvSpPr>
                <p:cNvPr id="16" name="正方形/長方形 15">
                  <a:extLst>
                    <a:ext uri="{FF2B5EF4-FFF2-40B4-BE49-F238E27FC236}">
                      <a16:creationId xmlns:a16="http://schemas.microsoft.com/office/drawing/2014/main" id="{AE5ACEC7-7D58-4385-8BEB-849685FFB167}"/>
                    </a:ext>
                  </a:extLst>
                </p:cNvPr>
                <p:cNvSpPr/>
                <p:nvPr/>
              </p:nvSpPr>
              <p:spPr>
                <a:xfrm>
                  <a:off x="6081087" y="1281981"/>
                  <a:ext cx="292374" cy="206584"/>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C63AA090-C2EA-4883-A2C8-1537BB0D72F1}"/>
                    </a:ext>
                  </a:extLst>
                </p:cNvPr>
                <p:cNvSpPr/>
                <p:nvPr/>
              </p:nvSpPr>
              <p:spPr>
                <a:xfrm>
                  <a:off x="6396732" y="1281981"/>
                  <a:ext cx="292374" cy="206584"/>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42788093-1D78-4EF7-A312-7486B5578381}"/>
                    </a:ext>
                  </a:extLst>
                </p:cNvPr>
                <p:cNvSpPr/>
                <p:nvPr/>
              </p:nvSpPr>
              <p:spPr>
                <a:xfrm>
                  <a:off x="6709693" y="1281981"/>
                  <a:ext cx="292374" cy="206584"/>
                </a:xfrm>
                <a:prstGeom prst="rect">
                  <a:avLst/>
                </a:prstGeom>
                <a:solidFill>
                  <a:srgbClr val="8585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A08807D6-9CDC-4903-947B-AB87D4AFDECB}"/>
                    </a:ext>
                  </a:extLst>
                </p:cNvPr>
                <p:cNvSpPr/>
                <p:nvPr/>
              </p:nvSpPr>
              <p:spPr>
                <a:xfrm>
                  <a:off x="7025338" y="1281981"/>
                  <a:ext cx="292374" cy="206584"/>
                </a:xfrm>
                <a:prstGeom prst="rect">
                  <a:avLst/>
                </a:prstGeom>
                <a:solidFill>
                  <a:srgbClr val="ADA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0B89DD21-614A-4DE9-82D4-190ECF8C626F}"/>
                    </a:ext>
                  </a:extLst>
                </p:cNvPr>
                <p:cNvSpPr/>
                <p:nvPr/>
              </p:nvSpPr>
              <p:spPr>
                <a:xfrm>
                  <a:off x="7336490" y="1281981"/>
                  <a:ext cx="292374" cy="206584"/>
                </a:xfrm>
                <a:prstGeom prst="rect">
                  <a:avLst/>
                </a:prstGeom>
                <a:solidFill>
                  <a:srgbClr val="D6D6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4006944B-506F-482B-8AC0-C27B14864F31}"/>
                    </a:ext>
                  </a:extLst>
                </p:cNvPr>
                <p:cNvSpPr/>
                <p:nvPr/>
              </p:nvSpPr>
              <p:spPr>
                <a:xfrm>
                  <a:off x="7649451" y="1281981"/>
                  <a:ext cx="292374" cy="206584"/>
                </a:xfrm>
                <a:prstGeom prst="rect">
                  <a:avLst/>
                </a:prstGeom>
                <a:solidFill>
                  <a:srgbClr val="EBEB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11" name="テキスト ボックス 10">
              <a:extLst>
                <a:ext uri="{FF2B5EF4-FFF2-40B4-BE49-F238E27FC236}">
                  <a16:creationId xmlns:a16="http://schemas.microsoft.com/office/drawing/2014/main" id="{3FC75A95-F8E2-46EC-BA80-A0E935224E24}"/>
                </a:ext>
              </a:extLst>
            </p:cNvPr>
            <p:cNvSpPr txBox="1"/>
            <p:nvPr/>
          </p:nvSpPr>
          <p:spPr>
            <a:xfrm>
              <a:off x="5323473" y="1334273"/>
              <a:ext cx="1010213" cy="230832"/>
            </a:xfrm>
            <a:prstGeom prst="rect">
              <a:avLst/>
            </a:prstGeom>
            <a:noFill/>
          </p:spPr>
          <p:txBody>
            <a:bodyPr wrap="none" rtlCol="0">
              <a:spAutoFit/>
            </a:bodyPr>
            <a:lstStyle/>
            <a:p>
              <a:r>
                <a:rPr kumimoji="1" lang="en-US" altLang="ja-JP" sz="900" dirty="0"/>
                <a:t>Primary Colors</a:t>
              </a:r>
              <a:endParaRPr kumimoji="1" lang="ja-JP" altLang="en-US" sz="900" dirty="0"/>
            </a:p>
          </p:txBody>
        </p:sp>
        <p:sp>
          <p:nvSpPr>
            <p:cNvPr id="12" name="テキスト ボックス 11">
              <a:extLst>
                <a:ext uri="{FF2B5EF4-FFF2-40B4-BE49-F238E27FC236}">
                  <a16:creationId xmlns:a16="http://schemas.microsoft.com/office/drawing/2014/main" id="{DA44A140-9179-4AF1-9CF2-F0A073673167}"/>
                </a:ext>
              </a:extLst>
            </p:cNvPr>
            <p:cNvSpPr txBox="1"/>
            <p:nvPr/>
          </p:nvSpPr>
          <p:spPr>
            <a:xfrm>
              <a:off x="5337232" y="2203728"/>
              <a:ext cx="1164101" cy="230832"/>
            </a:xfrm>
            <a:prstGeom prst="rect">
              <a:avLst/>
            </a:prstGeom>
            <a:noFill/>
          </p:spPr>
          <p:txBody>
            <a:bodyPr wrap="none" rtlCol="0">
              <a:spAutoFit/>
            </a:bodyPr>
            <a:lstStyle/>
            <a:p>
              <a:r>
                <a:rPr kumimoji="1" lang="en-US" altLang="ja-JP" sz="900" dirty="0"/>
                <a:t>Secondary Colors</a:t>
              </a:r>
              <a:endParaRPr kumimoji="1" lang="ja-JP" altLang="en-US" sz="900" dirty="0"/>
            </a:p>
          </p:txBody>
        </p:sp>
        <p:cxnSp>
          <p:nvCxnSpPr>
            <p:cNvPr id="13" name="直線コネクタ 12">
              <a:extLst>
                <a:ext uri="{FF2B5EF4-FFF2-40B4-BE49-F238E27FC236}">
                  <a16:creationId xmlns:a16="http://schemas.microsoft.com/office/drawing/2014/main" id="{54158146-9A55-4A9C-B6C3-C840E9D5FDEE}"/>
                </a:ext>
              </a:extLst>
            </p:cNvPr>
            <p:cNvCxnSpPr>
              <a:cxnSpLocks/>
            </p:cNvCxnSpPr>
            <p:nvPr/>
          </p:nvCxnSpPr>
          <p:spPr>
            <a:xfrm>
              <a:off x="5429989" y="2168453"/>
              <a:ext cx="2340000"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69451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A00ACD-541A-4D53-BB74-38F8E96EA1ED}"/>
              </a:ext>
            </a:extLst>
          </p:cNvPr>
          <p:cNvSpPr>
            <a:spLocks noGrp="1"/>
          </p:cNvSpPr>
          <p:nvPr>
            <p:ph type="title"/>
          </p:nvPr>
        </p:nvSpPr>
        <p:spPr/>
        <p:txBody>
          <a:bodyPr/>
          <a:lstStyle/>
          <a:p>
            <a:r>
              <a:rPr lang="en-US" altLang="ja-JP" dirty="0"/>
              <a:t>Title 20pt</a:t>
            </a:r>
            <a:endParaRPr kumimoji="1" lang="ja-JP" altLang="en-US" dirty="0"/>
          </a:p>
        </p:txBody>
      </p:sp>
      <p:sp>
        <p:nvSpPr>
          <p:cNvPr id="3" name="スライド番号プレースホルダー 2">
            <a:extLst>
              <a:ext uri="{FF2B5EF4-FFF2-40B4-BE49-F238E27FC236}">
                <a16:creationId xmlns:a16="http://schemas.microsoft.com/office/drawing/2014/main" id="{7CD674C3-AF4A-4F55-AABA-353DE807720A}"/>
              </a:ext>
            </a:extLst>
          </p:cNvPr>
          <p:cNvSpPr>
            <a:spLocks noGrp="1"/>
          </p:cNvSpPr>
          <p:nvPr>
            <p:ph type="sldNum" sz="quarter" idx="10"/>
          </p:nvPr>
        </p:nvSpPr>
        <p:spPr/>
        <p:txBody>
          <a:bodyPr/>
          <a:lstStyle/>
          <a:p>
            <a:fld id="{9FB9FBB1-FD5B-41A6-B84B-A229A6B4BB39}" type="slidenum">
              <a:rPr lang="en-US" altLang="ja-JP" smtClean="0"/>
              <a:pPr/>
              <a:t>44</a:t>
            </a:fld>
            <a:endParaRPr lang="en-US" dirty="0"/>
          </a:p>
        </p:txBody>
      </p:sp>
      <p:grpSp>
        <p:nvGrpSpPr>
          <p:cNvPr id="4" name="グループ化 3">
            <a:extLst>
              <a:ext uri="{FF2B5EF4-FFF2-40B4-BE49-F238E27FC236}">
                <a16:creationId xmlns:a16="http://schemas.microsoft.com/office/drawing/2014/main" id="{76B64AD0-0884-4888-A2A1-24831E30538B}"/>
              </a:ext>
            </a:extLst>
          </p:cNvPr>
          <p:cNvGrpSpPr/>
          <p:nvPr/>
        </p:nvGrpSpPr>
        <p:grpSpPr>
          <a:xfrm>
            <a:off x="-1876929" y="-7620"/>
            <a:ext cx="1840815" cy="2808950"/>
            <a:chOff x="5323473" y="1304974"/>
            <a:chExt cx="2564050" cy="2808950"/>
          </a:xfrm>
        </p:grpSpPr>
        <p:sp>
          <p:nvSpPr>
            <p:cNvPr id="5" name="テキスト ボックス 4">
              <a:extLst>
                <a:ext uri="{FF2B5EF4-FFF2-40B4-BE49-F238E27FC236}">
                  <a16:creationId xmlns:a16="http://schemas.microsoft.com/office/drawing/2014/main" id="{45E04B31-31E5-4FED-8D42-3579D8881931}"/>
                </a:ext>
              </a:extLst>
            </p:cNvPr>
            <p:cNvSpPr txBox="1"/>
            <p:nvPr/>
          </p:nvSpPr>
          <p:spPr>
            <a:xfrm>
              <a:off x="5341083" y="1304974"/>
              <a:ext cx="2546440" cy="2808950"/>
            </a:xfrm>
            <a:prstGeom prst="rect">
              <a:avLst/>
            </a:prstGeom>
            <a:solidFill>
              <a:schemeClr val="bg1"/>
            </a:solidFill>
            <a:ln>
              <a:solidFill>
                <a:schemeClr val="tx1">
                  <a:lumMod val="50000"/>
                  <a:lumOff val="50000"/>
                </a:schemeClr>
              </a:solidFill>
            </a:ln>
          </p:spPr>
          <p:txBody>
            <a:bodyPr wrap="square" rtlCol="0">
              <a:noAutofit/>
            </a:bodyPr>
            <a:lstStyle/>
            <a:p>
              <a:endParaRPr kumimoji="1" lang="ja-JP" altLang="en-US"/>
            </a:p>
          </p:txBody>
        </p:sp>
        <p:grpSp>
          <p:nvGrpSpPr>
            <p:cNvPr id="6" name="グループ化 5">
              <a:extLst>
                <a:ext uri="{FF2B5EF4-FFF2-40B4-BE49-F238E27FC236}">
                  <a16:creationId xmlns:a16="http://schemas.microsoft.com/office/drawing/2014/main" id="{3CE52469-CF7F-45DA-8DB0-836701A463AB}"/>
                </a:ext>
              </a:extLst>
            </p:cNvPr>
            <p:cNvGrpSpPr/>
            <p:nvPr/>
          </p:nvGrpSpPr>
          <p:grpSpPr>
            <a:xfrm>
              <a:off x="5432404" y="2436545"/>
              <a:ext cx="2340000" cy="1352183"/>
              <a:chOff x="5418985" y="2790906"/>
              <a:chExt cx="2340000" cy="1352183"/>
            </a:xfrm>
          </p:grpSpPr>
          <p:grpSp>
            <p:nvGrpSpPr>
              <p:cNvPr id="34" name="グループ化 33">
                <a:extLst>
                  <a:ext uri="{FF2B5EF4-FFF2-40B4-BE49-F238E27FC236}">
                    <a16:creationId xmlns:a16="http://schemas.microsoft.com/office/drawing/2014/main" id="{73F63BB5-7B1C-4704-AE9C-7EB751D26E20}"/>
                  </a:ext>
                </a:extLst>
              </p:cNvPr>
              <p:cNvGrpSpPr/>
              <p:nvPr/>
            </p:nvGrpSpPr>
            <p:grpSpPr>
              <a:xfrm>
                <a:off x="5418985" y="3936505"/>
                <a:ext cx="2340000" cy="206584"/>
                <a:chOff x="6081087" y="1218292"/>
                <a:chExt cx="2176383" cy="206584"/>
              </a:xfrm>
            </p:grpSpPr>
            <p:sp>
              <p:nvSpPr>
                <p:cNvPr id="66" name="正方形/長方形 65">
                  <a:extLst>
                    <a:ext uri="{FF2B5EF4-FFF2-40B4-BE49-F238E27FC236}">
                      <a16:creationId xmlns:a16="http://schemas.microsoft.com/office/drawing/2014/main" id="{9EA75C2F-4DDD-42A7-BE0E-BED220B55E71}"/>
                    </a:ext>
                  </a:extLst>
                </p:cNvPr>
                <p:cNvSpPr/>
                <p:nvPr/>
              </p:nvSpPr>
              <p:spPr>
                <a:xfrm>
                  <a:off x="6081087" y="1218292"/>
                  <a:ext cx="292374" cy="206584"/>
                </a:xfrm>
                <a:prstGeom prst="rect">
                  <a:avLst/>
                </a:prstGeom>
                <a:solidFill>
                  <a:srgbClr val="67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正方形/長方形 66">
                  <a:extLst>
                    <a:ext uri="{FF2B5EF4-FFF2-40B4-BE49-F238E27FC236}">
                      <a16:creationId xmlns:a16="http://schemas.microsoft.com/office/drawing/2014/main" id="{9DFD915D-56BA-4BB0-98E1-6C019AC1DAB1}"/>
                    </a:ext>
                  </a:extLst>
                </p:cNvPr>
                <p:cNvSpPr/>
                <p:nvPr/>
              </p:nvSpPr>
              <p:spPr>
                <a:xfrm>
                  <a:off x="6396732" y="1218292"/>
                  <a:ext cx="292374" cy="206584"/>
                </a:xfrm>
                <a:prstGeom prst="rect">
                  <a:avLst/>
                </a:prstGeom>
                <a:solidFill>
                  <a:srgbClr val="85B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正方形/長方形 67">
                  <a:extLst>
                    <a:ext uri="{FF2B5EF4-FFF2-40B4-BE49-F238E27FC236}">
                      <a16:creationId xmlns:a16="http://schemas.microsoft.com/office/drawing/2014/main" id="{DD5BA63C-AC2E-4B14-8BAD-9CFE9386F840}"/>
                    </a:ext>
                  </a:extLst>
                </p:cNvPr>
                <p:cNvSpPr/>
                <p:nvPr/>
              </p:nvSpPr>
              <p:spPr>
                <a:xfrm>
                  <a:off x="6709693" y="1218292"/>
                  <a:ext cx="292374" cy="206584"/>
                </a:xfrm>
                <a:prstGeom prst="rect">
                  <a:avLst/>
                </a:prstGeom>
                <a:solidFill>
                  <a:srgbClr val="A4C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ECE8FA41-6A3E-432A-9F7C-48DF9E7AE1E9}"/>
                    </a:ext>
                  </a:extLst>
                </p:cNvPr>
                <p:cNvSpPr/>
                <p:nvPr/>
              </p:nvSpPr>
              <p:spPr>
                <a:xfrm>
                  <a:off x="7025338" y="1218292"/>
                  <a:ext cx="292374" cy="206584"/>
                </a:xfrm>
                <a:prstGeom prst="rect">
                  <a:avLst/>
                </a:prstGeom>
                <a:solidFill>
                  <a:srgbClr val="C2DE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正方形/長方形 69">
                  <a:extLst>
                    <a:ext uri="{FF2B5EF4-FFF2-40B4-BE49-F238E27FC236}">
                      <a16:creationId xmlns:a16="http://schemas.microsoft.com/office/drawing/2014/main" id="{AB200695-48F1-40E4-9F66-8BCCB78D6574}"/>
                    </a:ext>
                  </a:extLst>
                </p:cNvPr>
                <p:cNvSpPr/>
                <p:nvPr/>
              </p:nvSpPr>
              <p:spPr>
                <a:xfrm>
                  <a:off x="7336490" y="1218292"/>
                  <a:ext cx="292374" cy="206584"/>
                </a:xfrm>
                <a:prstGeom prst="rect">
                  <a:avLst/>
                </a:prstGeom>
                <a:solidFill>
                  <a:srgbClr val="E1EE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正方形/長方形 70">
                  <a:extLst>
                    <a:ext uri="{FF2B5EF4-FFF2-40B4-BE49-F238E27FC236}">
                      <a16:creationId xmlns:a16="http://schemas.microsoft.com/office/drawing/2014/main" id="{199517B2-9490-407A-A151-C6B7557297E4}"/>
                    </a:ext>
                  </a:extLst>
                </p:cNvPr>
                <p:cNvSpPr/>
                <p:nvPr/>
              </p:nvSpPr>
              <p:spPr>
                <a:xfrm>
                  <a:off x="7649451" y="1218292"/>
                  <a:ext cx="292374" cy="206584"/>
                </a:xfrm>
                <a:prstGeom prst="rect">
                  <a:avLst/>
                </a:prstGeom>
                <a:solidFill>
                  <a:srgbClr val="F0F7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FC34CB0-31FE-4702-A48F-F2524A275ADC}"/>
                    </a:ext>
                  </a:extLst>
                </p:cNvPr>
                <p:cNvSpPr/>
                <p:nvPr/>
              </p:nvSpPr>
              <p:spPr>
                <a:xfrm>
                  <a:off x="7965096" y="1218292"/>
                  <a:ext cx="292374" cy="206584"/>
                </a:xfrm>
                <a:prstGeom prst="rect">
                  <a:avLst/>
                </a:prstGeom>
                <a:solidFill>
                  <a:srgbClr val="3456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5" name="グループ化 34">
                <a:extLst>
                  <a:ext uri="{FF2B5EF4-FFF2-40B4-BE49-F238E27FC236}">
                    <a16:creationId xmlns:a16="http://schemas.microsoft.com/office/drawing/2014/main" id="{68335B9C-A021-4A9C-AB5E-5FCBBDF894B7}"/>
                  </a:ext>
                </a:extLst>
              </p:cNvPr>
              <p:cNvGrpSpPr/>
              <p:nvPr/>
            </p:nvGrpSpPr>
            <p:grpSpPr>
              <a:xfrm>
                <a:off x="5418985" y="3078492"/>
                <a:ext cx="2340000" cy="206584"/>
                <a:chOff x="6081087" y="1218292"/>
                <a:chExt cx="2176383" cy="206584"/>
              </a:xfrm>
            </p:grpSpPr>
            <p:sp>
              <p:nvSpPr>
                <p:cNvPr id="59" name="正方形/長方形 58">
                  <a:extLst>
                    <a:ext uri="{FF2B5EF4-FFF2-40B4-BE49-F238E27FC236}">
                      <a16:creationId xmlns:a16="http://schemas.microsoft.com/office/drawing/2014/main" id="{B289C548-17B8-4957-8904-A96273369E15}"/>
                    </a:ext>
                  </a:extLst>
                </p:cNvPr>
                <p:cNvSpPr/>
                <p:nvPr/>
              </p:nvSpPr>
              <p:spPr>
                <a:xfrm>
                  <a:off x="6081087" y="1218292"/>
                  <a:ext cx="292374" cy="206584"/>
                </a:xfrm>
                <a:prstGeom prst="rect">
                  <a:avLst/>
                </a:prstGeom>
                <a:solidFill>
                  <a:srgbClr val="8E58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正方形/長方形 59">
                  <a:extLst>
                    <a:ext uri="{FF2B5EF4-FFF2-40B4-BE49-F238E27FC236}">
                      <a16:creationId xmlns:a16="http://schemas.microsoft.com/office/drawing/2014/main" id="{95F7DC6C-C4AF-41FE-B97B-41EB9C035F94}"/>
                    </a:ext>
                  </a:extLst>
                </p:cNvPr>
                <p:cNvSpPr/>
                <p:nvPr/>
              </p:nvSpPr>
              <p:spPr>
                <a:xfrm>
                  <a:off x="6396732" y="1218292"/>
                  <a:ext cx="292374" cy="206584"/>
                </a:xfrm>
                <a:prstGeom prst="rect">
                  <a:avLst/>
                </a:prstGeom>
                <a:solidFill>
                  <a:srgbClr val="A579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a:extLst>
                    <a:ext uri="{FF2B5EF4-FFF2-40B4-BE49-F238E27FC236}">
                      <a16:creationId xmlns:a16="http://schemas.microsoft.com/office/drawing/2014/main" id="{E57C6F08-37EA-4078-A611-75F3B1C462A9}"/>
                    </a:ext>
                  </a:extLst>
                </p:cNvPr>
                <p:cNvSpPr/>
                <p:nvPr/>
              </p:nvSpPr>
              <p:spPr>
                <a:xfrm>
                  <a:off x="6709693" y="1218292"/>
                  <a:ext cx="292374" cy="206584"/>
                </a:xfrm>
                <a:prstGeom prst="rect">
                  <a:avLst/>
                </a:prstGeom>
                <a:solidFill>
                  <a:srgbClr val="BB9B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正方形/長方形 61">
                  <a:extLst>
                    <a:ext uri="{FF2B5EF4-FFF2-40B4-BE49-F238E27FC236}">
                      <a16:creationId xmlns:a16="http://schemas.microsoft.com/office/drawing/2014/main" id="{E5A4FC37-BC87-442F-B525-96678A91C851}"/>
                    </a:ext>
                  </a:extLst>
                </p:cNvPr>
                <p:cNvSpPr/>
                <p:nvPr/>
              </p:nvSpPr>
              <p:spPr>
                <a:xfrm>
                  <a:off x="7025338" y="1218292"/>
                  <a:ext cx="292374" cy="206584"/>
                </a:xfrm>
                <a:prstGeom prst="rect">
                  <a:avLst/>
                </a:prstGeom>
                <a:solidFill>
                  <a:srgbClr val="D2B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656BF1BF-D406-4D5E-A1E6-9D65AB3EC6B6}"/>
                    </a:ext>
                  </a:extLst>
                </p:cNvPr>
                <p:cNvSpPr/>
                <p:nvPr/>
              </p:nvSpPr>
              <p:spPr>
                <a:xfrm>
                  <a:off x="7336490" y="1218292"/>
                  <a:ext cx="292374" cy="206584"/>
                </a:xfrm>
                <a:prstGeom prst="rect">
                  <a:avLst/>
                </a:prstGeom>
                <a:solidFill>
                  <a:srgbClr val="E8D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2F1A5EBD-9ED5-4A6F-99E3-816B7AC9970D}"/>
                    </a:ext>
                  </a:extLst>
                </p:cNvPr>
                <p:cNvSpPr/>
                <p:nvPr/>
              </p:nvSpPr>
              <p:spPr>
                <a:xfrm>
                  <a:off x="7649451" y="1218292"/>
                  <a:ext cx="292374" cy="206584"/>
                </a:xfrm>
                <a:prstGeom prst="rect">
                  <a:avLst/>
                </a:prstGeom>
                <a:solidFill>
                  <a:srgbClr val="F4EE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a:extLst>
                    <a:ext uri="{FF2B5EF4-FFF2-40B4-BE49-F238E27FC236}">
                      <a16:creationId xmlns:a16="http://schemas.microsoft.com/office/drawing/2014/main" id="{29E742E0-D9F6-4C0C-8E4A-0C49F89D95FA}"/>
                    </a:ext>
                  </a:extLst>
                </p:cNvPr>
                <p:cNvSpPr/>
                <p:nvPr/>
              </p:nvSpPr>
              <p:spPr>
                <a:xfrm>
                  <a:off x="7965096" y="1218292"/>
                  <a:ext cx="292374" cy="206584"/>
                </a:xfrm>
                <a:prstGeom prst="rect">
                  <a:avLst/>
                </a:prstGeom>
                <a:solidFill>
                  <a:srgbClr val="472C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6" name="グループ化 35">
                <a:extLst>
                  <a:ext uri="{FF2B5EF4-FFF2-40B4-BE49-F238E27FC236}">
                    <a16:creationId xmlns:a16="http://schemas.microsoft.com/office/drawing/2014/main" id="{776DA713-8DFA-45BB-9151-F85EAF7B71DE}"/>
                  </a:ext>
                </a:extLst>
              </p:cNvPr>
              <p:cNvGrpSpPr/>
              <p:nvPr/>
            </p:nvGrpSpPr>
            <p:grpSpPr>
              <a:xfrm>
                <a:off x="5418985" y="3370465"/>
                <a:ext cx="2340000" cy="206584"/>
                <a:chOff x="6081087" y="1218292"/>
                <a:chExt cx="2176383" cy="206584"/>
              </a:xfrm>
            </p:grpSpPr>
            <p:sp>
              <p:nvSpPr>
                <p:cNvPr id="52" name="正方形/長方形 51">
                  <a:extLst>
                    <a:ext uri="{FF2B5EF4-FFF2-40B4-BE49-F238E27FC236}">
                      <a16:creationId xmlns:a16="http://schemas.microsoft.com/office/drawing/2014/main" id="{A077E926-AA86-493E-922B-314AF72BAE69}"/>
                    </a:ext>
                  </a:extLst>
                </p:cNvPr>
                <p:cNvSpPr/>
                <p:nvPr/>
              </p:nvSpPr>
              <p:spPr>
                <a:xfrm>
                  <a:off x="6081087" y="1218292"/>
                  <a:ext cx="292374" cy="206584"/>
                </a:xfrm>
                <a:prstGeom prst="rect">
                  <a:avLst/>
                </a:prstGeom>
                <a:solidFill>
                  <a:srgbClr val="E035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67F5FC6B-A04B-4D75-B58F-41D6F1E5DBDF}"/>
                    </a:ext>
                  </a:extLst>
                </p:cNvPr>
                <p:cNvSpPr/>
                <p:nvPr/>
              </p:nvSpPr>
              <p:spPr>
                <a:xfrm>
                  <a:off x="6396732" y="1218292"/>
                  <a:ext cx="292374" cy="206584"/>
                </a:xfrm>
                <a:prstGeom prst="rect">
                  <a:avLst/>
                </a:prstGeom>
                <a:solidFill>
                  <a:srgbClr val="E65D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45B79469-6276-4D62-91C3-DCA49F9CFA7E}"/>
                    </a:ext>
                  </a:extLst>
                </p:cNvPr>
                <p:cNvSpPr/>
                <p:nvPr/>
              </p:nvSpPr>
              <p:spPr>
                <a:xfrm>
                  <a:off x="6709693" y="1218292"/>
                  <a:ext cx="292374" cy="206584"/>
                </a:xfrm>
                <a:prstGeom prst="rect">
                  <a:avLst/>
                </a:prstGeom>
                <a:solidFill>
                  <a:srgbClr val="EC86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9F326340-E40E-441D-8F30-748516B4F38A}"/>
                    </a:ext>
                  </a:extLst>
                </p:cNvPr>
                <p:cNvSpPr/>
                <p:nvPr/>
              </p:nvSpPr>
              <p:spPr>
                <a:xfrm>
                  <a:off x="7025338" y="1218292"/>
                  <a:ext cx="292374" cy="206584"/>
                </a:xfrm>
                <a:prstGeom prst="rect">
                  <a:avLst/>
                </a:prstGeom>
                <a:solidFill>
                  <a:srgbClr val="F3A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9F573F00-E9EA-4586-8C63-E52DF60FA440}"/>
                    </a:ext>
                  </a:extLst>
                </p:cNvPr>
                <p:cNvSpPr/>
                <p:nvPr/>
              </p:nvSpPr>
              <p:spPr>
                <a:xfrm>
                  <a:off x="7336490" y="1218292"/>
                  <a:ext cx="292374" cy="206584"/>
                </a:xfrm>
                <a:prstGeom prst="rect">
                  <a:avLst/>
                </a:prstGeom>
                <a:solidFill>
                  <a:srgbClr val="F9D7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CB8AA083-9124-459C-930E-BAFE8CFE28E6}"/>
                    </a:ext>
                  </a:extLst>
                </p:cNvPr>
                <p:cNvSpPr/>
                <p:nvPr/>
              </p:nvSpPr>
              <p:spPr>
                <a:xfrm>
                  <a:off x="7649451" y="1218292"/>
                  <a:ext cx="292374" cy="206584"/>
                </a:xfrm>
                <a:prstGeom prst="rect">
                  <a:avLst/>
                </a:prstGeom>
                <a:solidFill>
                  <a:srgbClr val="FCE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CE6E6890-B09C-4086-99CE-76A04C75F0D7}"/>
                    </a:ext>
                  </a:extLst>
                </p:cNvPr>
                <p:cNvSpPr/>
                <p:nvPr/>
              </p:nvSpPr>
              <p:spPr>
                <a:xfrm>
                  <a:off x="7965096" y="1218292"/>
                  <a:ext cx="292374" cy="206584"/>
                </a:xfrm>
                <a:prstGeom prst="rect">
                  <a:avLst/>
                </a:prstGeom>
                <a:solidFill>
                  <a:srgbClr val="701B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a:extLst>
                  <a:ext uri="{FF2B5EF4-FFF2-40B4-BE49-F238E27FC236}">
                    <a16:creationId xmlns:a16="http://schemas.microsoft.com/office/drawing/2014/main" id="{04679D62-7DEE-4B6F-A094-723E49832CAD}"/>
                  </a:ext>
                </a:extLst>
              </p:cNvPr>
              <p:cNvGrpSpPr/>
              <p:nvPr/>
            </p:nvGrpSpPr>
            <p:grpSpPr>
              <a:xfrm>
                <a:off x="5418985" y="3659567"/>
                <a:ext cx="2340000" cy="206584"/>
                <a:chOff x="6081087" y="1218292"/>
                <a:chExt cx="2176383" cy="206584"/>
              </a:xfrm>
            </p:grpSpPr>
            <p:sp>
              <p:nvSpPr>
                <p:cNvPr id="45" name="正方形/長方形 44">
                  <a:extLst>
                    <a:ext uri="{FF2B5EF4-FFF2-40B4-BE49-F238E27FC236}">
                      <a16:creationId xmlns:a16="http://schemas.microsoft.com/office/drawing/2014/main" id="{EEAF762D-D4C1-4FEA-B417-6533FA31CADE}"/>
                    </a:ext>
                  </a:extLst>
                </p:cNvPr>
                <p:cNvSpPr/>
                <p:nvPr/>
              </p:nvSpPr>
              <p:spPr>
                <a:xfrm>
                  <a:off x="6081087" y="1218292"/>
                  <a:ext cx="292374" cy="206584"/>
                </a:xfrm>
                <a:prstGeom prst="rect">
                  <a:avLst/>
                </a:prstGeom>
                <a:solidFill>
                  <a:srgbClr val="EA55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FBA0CD5A-3262-4267-B91C-EF1193F39E4A}"/>
                    </a:ext>
                  </a:extLst>
                </p:cNvPr>
                <p:cNvSpPr/>
                <p:nvPr/>
              </p:nvSpPr>
              <p:spPr>
                <a:xfrm>
                  <a:off x="6396732" y="1218292"/>
                  <a:ext cx="292374" cy="206584"/>
                </a:xfrm>
                <a:prstGeom prst="rect">
                  <a:avLst/>
                </a:prstGeom>
                <a:solidFill>
                  <a:srgbClr val="EE7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8BB6966C-45F2-40FA-BE31-0A9EA4FB6E09}"/>
                    </a:ext>
                  </a:extLst>
                </p:cNvPr>
                <p:cNvSpPr/>
                <p:nvPr/>
              </p:nvSpPr>
              <p:spPr>
                <a:xfrm>
                  <a:off x="6709693" y="1218292"/>
                  <a:ext cx="292374" cy="206584"/>
                </a:xfrm>
                <a:prstGeom prst="rect">
                  <a:avLst/>
                </a:prstGeom>
                <a:solidFill>
                  <a:srgbClr val="F299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正方形/長方形 47">
                  <a:extLst>
                    <a:ext uri="{FF2B5EF4-FFF2-40B4-BE49-F238E27FC236}">
                      <a16:creationId xmlns:a16="http://schemas.microsoft.com/office/drawing/2014/main" id="{FC8213DA-5A4D-4AC6-8D01-203F9E135A50}"/>
                    </a:ext>
                  </a:extLst>
                </p:cNvPr>
                <p:cNvSpPr/>
                <p:nvPr/>
              </p:nvSpPr>
              <p:spPr>
                <a:xfrm>
                  <a:off x="7025338" y="1218292"/>
                  <a:ext cx="292374" cy="206584"/>
                </a:xfrm>
                <a:prstGeom prst="rect">
                  <a:avLst/>
                </a:prstGeom>
                <a:solidFill>
                  <a:srgbClr val="F7BB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正方形/長方形 48">
                  <a:extLst>
                    <a:ext uri="{FF2B5EF4-FFF2-40B4-BE49-F238E27FC236}">
                      <a16:creationId xmlns:a16="http://schemas.microsoft.com/office/drawing/2014/main" id="{F218A6D2-4BE5-48FD-BFFC-5EB0E8E9973B}"/>
                    </a:ext>
                  </a:extLst>
                </p:cNvPr>
                <p:cNvSpPr/>
                <p:nvPr/>
              </p:nvSpPr>
              <p:spPr>
                <a:xfrm>
                  <a:off x="7336490" y="1218292"/>
                  <a:ext cx="292374" cy="206584"/>
                </a:xfrm>
                <a:prstGeom prst="rect">
                  <a:avLst/>
                </a:prstGeom>
                <a:solidFill>
                  <a:srgbClr val="FBDD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正方形/長方形 49">
                  <a:extLst>
                    <a:ext uri="{FF2B5EF4-FFF2-40B4-BE49-F238E27FC236}">
                      <a16:creationId xmlns:a16="http://schemas.microsoft.com/office/drawing/2014/main" id="{3ABB29E4-08AF-4253-ACB5-88CE17254283}"/>
                    </a:ext>
                  </a:extLst>
                </p:cNvPr>
                <p:cNvSpPr/>
                <p:nvPr/>
              </p:nvSpPr>
              <p:spPr>
                <a:xfrm>
                  <a:off x="7649451" y="1218292"/>
                  <a:ext cx="292374" cy="206584"/>
                </a:xfrm>
                <a:prstGeom prst="rect">
                  <a:avLst/>
                </a:prstGeom>
                <a:solidFill>
                  <a:srgbClr val="FDE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正方形/長方形 50">
                  <a:extLst>
                    <a:ext uri="{FF2B5EF4-FFF2-40B4-BE49-F238E27FC236}">
                      <a16:creationId xmlns:a16="http://schemas.microsoft.com/office/drawing/2014/main" id="{9CED19E3-C091-40D0-8205-EE8F7533B618}"/>
                    </a:ext>
                  </a:extLst>
                </p:cNvPr>
                <p:cNvSpPr/>
                <p:nvPr/>
              </p:nvSpPr>
              <p:spPr>
                <a:xfrm>
                  <a:off x="7965096" y="1218292"/>
                  <a:ext cx="292374" cy="206584"/>
                </a:xfrm>
                <a:prstGeom prst="rect">
                  <a:avLst/>
                </a:prstGeom>
                <a:solidFill>
                  <a:srgbClr val="752B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8" name="正方形/長方形 37">
                <a:extLst>
                  <a:ext uri="{FF2B5EF4-FFF2-40B4-BE49-F238E27FC236}">
                    <a16:creationId xmlns:a16="http://schemas.microsoft.com/office/drawing/2014/main" id="{C04720A5-3102-45CB-A767-30883FD24B0F}"/>
                  </a:ext>
                </a:extLst>
              </p:cNvPr>
              <p:cNvSpPr/>
              <p:nvPr/>
            </p:nvSpPr>
            <p:spPr>
              <a:xfrm>
                <a:off x="5418985" y="2790906"/>
                <a:ext cx="314354" cy="206584"/>
              </a:xfrm>
              <a:prstGeom prst="rect">
                <a:avLst/>
              </a:prstGeom>
              <a:solidFill>
                <a:srgbClr val="1E83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326F5C16-AC9E-4F0F-9E41-73E6447E73FF}"/>
                  </a:ext>
                </a:extLst>
              </p:cNvPr>
              <p:cNvSpPr/>
              <p:nvPr/>
            </p:nvSpPr>
            <p:spPr>
              <a:xfrm>
                <a:off x="5758360" y="2790906"/>
                <a:ext cx="314354" cy="206584"/>
              </a:xfrm>
              <a:prstGeom prst="rect">
                <a:avLst/>
              </a:prstGeom>
              <a:solidFill>
                <a:srgbClr val="4B9C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516520EE-9D5E-4038-B025-C1458CD5501B}"/>
                  </a:ext>
                </a:extLst>
              </p:cNvPr>
              <p:cNvSpPr/>
              <p:nvPr/>
            </p:nvSpPr>
            <p:spPr>
              <a:xfrm>
                <a:off x="6094849" y="2790906"/>
                <a:ext cx="314354" cy="206584"/>
              </a:xfrm>
              <a:prstGeom prst="rect">
                <a:avLst/>
              </a:prstGeom>
              <a:solidFill>
                <a:srgbClr val="78B5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正方形/長方形 40">
                <a:extLst>
                  <a:ext uri="{FF2B5EF4-FFF2-40B4-BE49-F238E27FC236}">
                    <a16:creationId xmlns:a16="http://schemas.microsoft.com/office/drawing/2014/main" id="{FCC50AFA-E00E-4EEF-A9A2-478A0E4F5758}"/>
                  </a:ext>
                </a:extLst>
              </p:cNvPr>
              <p:cNvSpPr/>
              <p:nvPr/>
            </p:nvSpPr>
            <p:spPr>
              <a:xfrm>
                <a:off x="6434223" y="2790906"/>
                <a:ext cx="314354" cy="206584"/>
              </a:xfrm>
              <a:prstGeom prst="rect">
                <a:avLst/>
              </a:prstGeom>
              <a:solidFill>
                <a:srgbClr val="A5C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666D522F-5768-4F68-B107-21219DBB37F7}"/>
                  </a:ext>
                </a:extLst>
              </p:cNvPr>
              <p:cNvSpPr/>
              <p:nvPr/>
            </p:nvSpPr>
            <p:spPr>
              <a:xfrm>
                <a:off x="6768767" y="2790906"/>
                <a:ext cx="314354" cy="206584"/>
              </a:xfrm>
              <a:prstGeom prst="rect">
                <a:avLst/>
              </a:prstGeom>
              <a:solidFill>
                <a:srgbClr val="D2E6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BB11E276-1A5A-4443-ABC5-183CDB868A6D}"/>
                  </a:ext>
                </a:extLst>
              </p:cNvPr>
              <p:cNvSpPr/>
              <p:nvPr/>
            </p:nvSpPr>
            <p:spPr>
              <a:xfrm>
                <a:off x="7105256" y="2790906"/>
                <a:ext cx="314354" cy="206584"/>
              </a:xfrm>
              <a:prstGeom prst="rect">
                <a:avLst/>
              </a:prstGeom>
              <a:solidFill>
                <a:srgbClr val="E8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C15AC4B1-CA82-47A2-963B-92F23DADEF21}"/>
                  </a:ext>
                </a:extLst>
              </p:cNvPr>
              <p:cNvSpPr/>
              <p:nvPr/>
            </p:nvSpPr>
            <p:spPr>
              <a:xfrm>
                <a:off x="7444631" y="2790906"/>
                <a:ext cx="314354" cy="206584"/>
              </a:xfrm>
              <a:prstGeom prst="rect">
                <a:avLst/>
              </a:prstGeom>
              <a:solidFill>
                <a:srgbClr val="0F42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 name="グループ化 6">
              <a:extLst>
                <a:ext uri="{FF2B5EF4-FFF2-40B4-BE49-F238E27FC236}">
                  <a16:creationId xmlns:a16="http://schemas.microsoft.com/office/drawing/2014/main" id="{D8D82B17-C906-4B3E-9100-CBFF8A2DCCEF}"/>
                </a:ext>
              </a:extLst>
            </p:cNvPr>
            <p:cNvGrpSpPr/>
            <p:nvPr/>
          </p:nvGrpSpPr>
          <p:grpSpPr>
            <a:xfrm>
              <a:off x="5459325" y="3900609"/>
              <a:ext cx="2378172" cy="92333"/>
              <a:chOff x="5848543" y="3939772"/>
              <a:chExt cx="2378172" cy="92333"/>
            </a:xfrm>
          </p:grpSpPr>
          <p:sp>
            <p:nvSpPr>
              <p:cNvPr id="27" name="テキスト ボックス 26">
                <a:extLst>
                  <a:ext uri="{FF2B5EF4-FFF2-40B4-BE49-F238E27FC236}">
                    <a16:creationId xmlns:a16="http://schemas.microsoft.com/office/drawing/2014/main" id="{36E564D0-ACBF-47F6-AA39-51E7E7659EF6}"/>
                  </a:ext>
                </a:extLst>
              </p:cNvPr>
              <p:cNvSpPr txBox="1"/>
              <p:nvPr/>
            </p:nvSpPr>
            <p:spPr>
              <a:xfrm>
                <a:off x="5848543" y="3939772"/>
                <a:ext cx="312592" cy="92333"/>
              </a:xfrm>
              <a:prstGeom prst="rect">
                <a:avLst/>
              </a:prstGeom>
              <a:noFill/>
            </p:spPr>
            <p:txBody>
              <a:bodyPr wrap="none" lIns="0" tIns="0" rIns="0" bIns="0" rtlCol="0">
                <a:spAutoFit/>
              </a:bodyPr>
              <a:lstStyle/>
              <a:p>
                <a:r>
                  <a:rPr kumimoji="1" lang="en-US" altLang="ja-JP" sz="600" dirty="0"/>
                  <a:t>100%</a:t>
                </a:r>
                <a:endParaRPr kumimoji="1" lang="ja-JP" altLang="en-US" sz="600" dirty="0"/>
              </a:p>
            </p:txBody>
          </p:sp>
          <p:sp>
            <p:nvSpPr>
              <p:cNvPr id="28" name="テキスト ボックス 27">
                <a:extLst>
                  <a:ext uri="{FF2B5EF4-FFF2-40B4-BE49-F238E27FC236}">
                    <a16:creationId xmlns:a16="http://schemas.microsoft.com/office/drawing/2014/main" id="{741C2CC4-5723-4B6E-9FD8-5F0FFF7A1CB6}"/>
                  </a:ext>
                </a:extLst>
              </p:cNvPr>
              <p:cNvSpPr txBox="1"/>
              <p:nvPr/>
            </p:nvSpPr>
            <p:spPr>
              <a:xfrm>
                <a:off x="6215761" y="3939772"/>
                <a:ext cx="245608" cy="92333"/>
              </a:xfrm>
              <a:prstGeom prst="rect">
                <a:avLst/>
              </a:prstGeom>
              <a:noFill/>
            </p:spPr>
            <p:txBody>
              <a:bodyPr wrap="none" lIns="0" tIns="0" rIns="0" bIns="0" rtlCol="0">
                <a:spAutoFit/>
              </a:bodyPr>
              <a:lstStyle/>
              <a:p>
                <a:r>
                  <a:rPr kumimoji="1" lang="en-US" altLang="ja-JP" sz="600" dirty="0"/>
                  <a:t>80%</a:t>
                </a:r>
                <a:endParaRPr kumimoji="1" lang="ja-JP" altLang="en-US" sz="600"/>
              </a:p>
            </p:txBody>
          </p:sp>
          <p:sp>
            <p:nvSpPr>
              <p:cNvPr id="29" name="テキスト ボックス 28">
                <a:extLst>
                  <a:ext uri="{FF2B5EF4-FFF2-40B4-BE49-F238E27FC236}">
                    <a16:creationId xmlns:a16="http://schemas.microsoft.com/office/drawing/2014/main" id="{9F3C054E-72AD-41F8-A15C-2E4A468A8E3F}"/>
                  </a:ext>
                </a:extLst>
              </p:cNvPr>
              <p:cNvSpPr txBox="1"/>
              <p:nvPr/>
            </p:nvSpPr>
            <p:spPr>
              <a:xfrm>
                <a:off x="6546992" y="3939772"/>
                <a:ext cx="245608" cy="92333"/>
              </a:xfrm>
              <a:prstGeom prst="rect">
                <a:avLst/>
              </a:prstGeom>
              <a:noFill/>
            </p:spPr>
            <p:txBody>
              <a:bodyPr wrap="none" lIns="0" tIns="0" rIns="0" bIns="0" rtlCol="0">
                <a:spAutoFit/>
              </a:bodyPr>
              <a:lstStyle/>
              <a:p>
                <a:r>
                  <a:rPr kumimoji="1" lang="en-US" altLang="ja-JP" sz="600" dirty="0"/>
                  <a:t>60%</a:t>
                </a:r>
                <a:endParaRPr kumimoji="1" lang="ja-JP" altLang="en-US" sz="600"/>
              </a:p>
            </p:txBody>
          </p:sp>
          <p:sp>
            <p:nvSpPr>
              <p:cNvPr id="30" name="テキスト ボックス 29">
                <a:extLst>
                  <a:ext uri="{FF2B5EF4-FFF2-40B4-BE49-F238E27FC236}">
                    <a16:creationId xmlns:a16="http://schemas.microsoft.com/office/drawing/2014/main" id="{02751339-34AC-4A63-ACE0-6A0394ACA1C9}"/>
                  </a:ext>
                </a:extLst>
              </p:cNvPr>
              <p:cNvSpPr txBox="1"/>
              <p:nvPr/>
            </p:nvSpPr>
            <p:spPr>
              <a:xfrm>
                <a:off x="6879129" y="3939772"/>
                <a:ext cx="245608" cy="92333"/>
              </a:xfrm>
              <a:prstGeom prst="rect">
                <a:avLst/>
              </a:prstGeom>
              <a:noFill/>
            </p:spPr>
            <p:txBody>
              <a:bodyPr wrap="none" lIns="0" tIns="0" rIns="0" bIns="0" rtlCol="0">
                <a:spAutoFit/>
              </a:bodyPr>
              <a:lstStyle/>
              <a:p>
                <a:r>
                  <a:rPr kumimoji="1" lang="en-US" altLang="ja-JP" sz="600" dirty="0"/>
                  <a:t>40%</a:t>
                </a:r>
                <a:endParaRPr kumimoji="1" lang="ja-JP" altLang="en-US" sz="600"/>
              </a:p>
            </p:txBody>
          </p:sp>
          <p:sp>
            <p:nvSpPr>
              <p:cNvPr id="31" name="テキスト ボックス 30">
                <a:extLst>
                  <a:ext uri="{FF2B5EF4-FFF2-40B4-BE49-F238E27FC236}">
                    <a16:creationId xmlns:a16="http://schemas.microsoft.com/office/drawing/2014/main" id="{C914EF4B-6995-46D6-826D-EB626D4D405D}"/>
                  </a:ext>
                </a:extLst>
              </p:cNvPr>
              <p:cNvSpPr txBox="1"/>
              <p:nvPr/>
            </p:nvSpPr>
            <p:spPr>
              <a:xfrm>
                <a:off x="7216022" y="3939772"/>
                <a:ext cx="245608" cy="92333"/>
              </a:xfrm>
              <a:prstGeom prst="rect">
                <a:avLst/>
              </a:prstGeom>
              <a:noFill/>
            </p:spPr>
            <p:txBody>
              <a:bodyPr wrap="none" lIns="0" tIns="0" rIns="0" bIns="0" rtlCol="0">
                <a:spAutoFit/>
              </a:bodyPr>
              <a:lstStyle/>
              <a:p>
                <a:r>
                  <a:rPr kumimoji="1" lang="en-US" altLang="ja-JP" sz="600" dirty="0"/>
                  <a:t>20%</a:t>
                </a:r>
                <a:endParaRPr kumimoji="1" lang="ja-JP" altLang="en-US" sz="600"/>
              </a:p>
            </p:txBody>
          </p:sp>
          <p:sp>
            <p:nvSpPr>
              <p:cNvPr id="32" name="テキスト ボックス 31">
                <a:extLst>
                  <a:ext uri="{FF2B5EF4-FFF2-40B4-BE49-F238E27FC236}">
                    <a16:creationId xmlns:a16="http://schemas.microsoft.com/office/drawing/2014/main" id="{6877EA58-43CB-4A8A-A6F7-98EE2A582455}"/>
                  </a:ext>
                </a:extLst>
              </p:cNvPr>
              <p:cNvSpPr txBox="1"/>
              <p:nvPr/>
            </p:nvSpPr>
            <p:spPr>
              <a:xfrm>
                <a:off x="7564804" y="3939772"/>
                <a:ext cx="245608" cy="92333"/>
              </a:xfrm>
              <a:prstGeom prst="rect">
                <a:avLst/>
              </a:prstGeom>
              <a:noFill/>
            </p:spPr>
            <p:txBody>
              <a:bodyPr wrap="none" lIns="0" tIns="0" rIns="0" bIns="0" rtlCol="0">
                <a:spAutoFit/>
              </a:bodyPr>
              <a:lstStyle/>
              <a:p>
                <a:r>
                  <a:rPr kumimoji="1" lang="en-US" altLang="ja-JP" sz="600" dirty="0"/>
                  <a:t>10%</a:t>
                </a:r>
                <a:endParaRPr kumimoji="1" lang="ja-JP" altLang="en-US" sz="600" dirty="0"/>
              </a:p>
            </p:txBody>
          </p:sp>
          <p:sp>
            <p:nvSpPr>
              <p:cNvPr id="33" name="テキスト ボックス 32">
                <a:extLst>
                  <a:ext uri="{FF2B5EF4-FFF2-40B4-BE49-F238E27FC236}">
                    <a16:creationId xmlns:a16="http://schemas.microsoft.com/office/drawing/2014/main" id="{E2A1652A-351C-47D1-BFDF-10808371FF2F}"/>
                  </a:ext>
                </a:extLst>
              </p:cNvPr>
              <p:cNvSpPr txBox="1"/>
              <p:nvPr/>
            </p:nvSpPr>
            <p:spPr>
              <a:xfrm>
                <a:off x="7822577" y="3939772"/>
                <a:ext cx="404138" cy="92333"/>
              </a:xfrm>
              <a:prstGeom prst="rect">
                <a:avLst/>
              </a:prstGeom>
              <a:noFill/>
            </p:spPr>
            <p:txBody>
              <a:bodyPr wrap="none" lIns="0" tIns="0" rIns="0" bIns="0" rtlCol="0">
                <a:spAutoFit/>
              </a:bodyPr>
              <a:lstStyle/>
              <a:p>
                <a:r>
                  <a:rPr kumimoji="1" lang="en-US" altLang="ja-JP" sz="600" dirty="0"/>
                  <a:t>+K60%</a:t>
                </a:r>
                <a:endParaRPr kumimoji="1" lang="ja-JP" altLang="en-US" sz="600" dirty="0"/>
              </a:p>
            </p:txBody>
          </p:sp>
        </p:grpSp>
        <p:grpSp>
          <p:nvGrpSpPr>
            <p:cNvPr id="8" name="グループ化 7">
              <a:extLst>
                <a:ext uri="{FF2B5EF4-FFF2-40B4-BE49-F238E27FC236}">
                  <a16:creationId xmlns:a16="http://schemas.microsoft.com/office/drawing/2014/main" id="{F87D291D-897E-4846-9CE0-FFF42271FC16}"/>
                </a:ext>
              </a:extLst>
            </p:cNvPr>
            <p:cNvGrpSpPr/>
            <p:nvPr/>
          </p:nvGrpSpPr>
          <p:grpSpPr>
            <a:xfrm>
              <a:off x="5429989" y="1563946"/>
              <a:ext cx="2340000" cy="491271"/>
              <a:chOff x="6430495" y="1255618"/>
              <a:chExt cx="2340000" cy="491271"/>
            </a:xfrm>
          </p:grpSpPr>
          <p:grpSp>
            <p:nvGrpSpPr>
              <p:cNvPr id="12" name="グループ化 11">
                <a:extLst>
                  <a:ext uri="{FF2B5EF4-FFF2-40B4-BE49-F238E27FC236}">
                    <a16:creationId xmlns:a16="http://schemas.microsoft.com/office/drawing/2014/main" id="{B537DDA5-351A-48C4-883F-4C890F224018}"/>
                  </a:ext>
                </a:extLst>
              </p:cNvPr>
              <p:cNvGrpSpPr/>
              <p:nvPr/>
            </p:nvGrpSpPr>
            <p:grpSpPr>
              <a:xfrm>
                <a:off x="6430495" y="1255618"/>
                <a:ext cx="2340000" cy="206584"/>
                <a:chOff x="6081087" y="1281981"/>
                <a:chExt cx="2176383" cy="206584"/>
              </a:xfrm>
            </p:grpSpPr>
            <p:sp>
              <p:nvSpPr>
                <p:cNvPr id="20" name="正方形/長方形 19">
                  <a:extLst>
                    <a:ext uri="{FF2B5EF4-FFF2-40B4-BE49-F238E27FC236}">
                      <a16:creationId xmlns:a16="http://schemas.microsoft.com/office/drawing/2014/main" id="{795A32EF-9C9C-4F92-BBBF-B7B1D2213419}"/>
                    </a:ext>
                  </a:extLst>
                </p:cNvPr>
                <p:cNvSpPr/>
                <p:nvPr/>
              </p:nvSpPr>
              <p:spPr>
                <a:xfrm>
                  <a:off x="6081087" y="1281981"/>
                  <a:ext cx="292374" cy="206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80159514-29B5-4106-81B9-F48E25866D3A}"/>
                    </a:ext>
                  </a:extLst>
                </p:cNvPr>
                <p:cNvSpPr/>
                <p:nvPr/>
              </p:nvSpPr>
              <p:spPr>
                <a:xfrm>
                  <a:off x="6396732" y="1281981"/>
                  <a:ext cx="292374" cy="206584"/>
                </a:xfrm>
                <a:prstGeom prst="rect">
                  <a:avLst/>
                </a:prstGeom>
                <a:solidFill>
                  <a:srgbClr val="34A7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20FD2F8C-AE96-425E-8F34-BB3D2AB8B95B}"/>
                    </a:ext>
                  </a:extLst>
                </p:cNvPr>
                <p:cNvSpPr/>
                <p:nvPr/>
              </p:nvSpPr>
              <p:spPr>
                <a:xfrm>
                  <a:off x="6709693" y="1281981"/>
                  <a:ext cx="292374" cy="2065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507FBCBB-CF88-4DCB-B3C0-E75FA86F0428}"/>
                    </a:ext>
                  </a:extLst>
                </p:cNvPr>
                <p:cNvSpPr/>
                <p:nvPr/>
              </p:nvSpPr>
              <p:spPr>
                <a:xfrm>
                  <a:off x="7025338" y="1281981"/>
                  <a:ext cx="292374" cy="206584"/>
                </a:xfrm>
                <a:prstGeom prst="rect">
                  <a:avLst/>
                </a:prstGeom>
                <a:solidFill>
                  <a:srgbClr val="99D3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1A3DDC19-DA71-44E1-993B-C241C013F689}"/>
                    </a:ext>
                  </a:extLst>
                </p:cNvPr>
                <p:cNvSpPr/>
                <p:nvPr/>
              </p:nvSpPr>
              <p:spPr>
                <a:xfrm>
                  <a:off x="7336490" y="1281981"/>
                  <a:ext cx="292374" cy="20658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C5F93F99-36F0-436E-826B-E7F1F5D69043}"/>
                    </a:ext>
                  </a:extLst>
                </p:cNvPr>
                <p:cNvSpPr/>
                <p:nvPr/>
              </p:nvSpPr>
              <p:spPr>
                <a:xfrm>
                  <a:off x="7649451" y="1281981"/>
                  <a:ext cx="292374" cy="206584"/>
                </a:xfrm>
                <a:prstGeom prst="rect">
                  <a:avLst/>
                </a:prstGeom>
                <a:solidFill>
                  <a:srgbClr val="E6F4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9D6E95B1-D6EE-4543-A4E1-9E6A35759EB8}"/>
                    </a:ext>
                  </a:extLst>
                </p:cNvPr>
                <p:cNvSpPr/>
                <p:nvPr/>
              </p:nvSpPr>
              <p:spPr>
                <a:xfrm>
                  <a:off x="7965096" y="1281981"/>
                  <a:ext cx="292374" cy="206584"/>
                </a:xfrm>
                <a:prstGeom prst="rect">
                  <a:avLst/>
                </a:prstGeom>
                <a:solidFill>
                  <a:srgbClr val="0149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3" name="グループ化 12">
                <a:extLst>
                  <a:ext uri="{FF2B5EF4-FFF2-40B4-BE49-F238E27FC236}">
                    <a16:creationId xmlns:a16="http://schemas.microsoft.com/office/drawing/2014/main" id="{674FBBB3-D6B1-449D-A6AB-1B9A6943EB5F}"/>
                  </a:ext>
                </a:extLst>
              </p:cNvPr>
              <p:cNvGrpSpPr/>
              <p:nvPr/>
            </p:nvGrpSpPr>
            <p:grpSpPr>
              <a:xfrm>
                <a:off x="6430495" y="1540305"/>
                <a:ext cx="2000625" cy="206584"/>
                <a:chOff x="6081087" y="1281981"/>
                <a:chExt cx="1860738" cy="206584"/>
              </a:xfrm>
            </p:grpSpPr>
            <p:sp>
              <p:nvSpPr>
                <p:cNvPr id="14" name="正方形/長方形 13">
                  <a:extLst>
                    <a:ext uri="{FF2B5EF4-FFF2-40B4-BE49-F238E27FC236}">
                      <a16:creationId xmlns:a16="http://schemas.microsoft.com/office/drawing/2014/main" id="{70FDCE6E-DEC4-425B-970E-DD4056C09ECA}"/>
                    </a:ext>
                  </a:extLst>
                </p:cNvPr>
                <p:cNvSpPr/>
                <p:nvPr/>
              </p:nvSpPr>
              <p:spPr>
                <a:xfrm>
                  <a:off x="6081087" y="1281981"/>
                  <a:ext cx="292374" cy="206584"/>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975EEEBD-4DB2-4020-AF36-E67F2F2F89A7}"/>
                    </a:ext>
                  </a:extLst>
                </p:cNvPr>
                <p:cNvSpPr/>
                <p:nvPr/>
              </p:nvSpPr>
              <p:spPr>
                <a:xfrm>
                  <a:off x="6396732" y="1281981"/>
                  <a:ext cx="292374" cy="206584"/>
                </a:xfrm>
                <a:prstGeom prst="rect">
                  <a:avLst/>
                </a:prstGeom>
                <a:solidFill>
                  <a:srgbClr val="5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F7787CAC-0160-48AA-AE1B-5732B79840CB}"/>
                    </a:ext>
                  </a:extLst>
                </p:cNvPr>
                <p:cNvSpPr/>
                <p:nvPr/>
              </p:nvSpPr>
              <p:spPr>
                <a:xfrm>
                  <a:off x="6709693" y="1281981"/>
                  <a:ext cx="292374" cy="206584"/>
                </a:xfrm>
                <a:prstGeom prst="rect">
                  <a:avLst/>
                </a:prstGeom>
                <a:solidFill>
                  <a:srgbClr val="8585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26FF40F2-2FC9-49B1-BABB-1F99A5B5EFF1}"/>
                    </a:ext>
                  </a:extLst>
                </p:cNvPr>
                <p:cNvSpPr/>
                <p:nvPr/>
              </p:nvSpPr>
              <p:spPr>
                <a:xfrm>
                  <a:off x="7025338" y="1281981"/>
                  <a:ext cx="292374" cy="206584"/>
                </a:xfrm>
                <a:prstGeom prst="rect">
                  <a:avLst/>
                </a:prstGeom>
                <a:solidFill>
                  <a:srgbClr val="ADAD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85D1F2E8-CF2A-41F1-9208-53EAC64CC948}"/>
                    </a:ext>
                  </a:extLst>
                </p:cNvPr>
                <p:cNvSpPr/>
                <p:nvPr/>
              </p:nvSpPr>
              <p:spPr>
                <a:xfrm>
                  <a:off x="7336490" y="1281981"/>
                  <a:ext cx="292374" cy="206584"/>
                </a:xfrm>
                <a:prstGeom prst="rect">
                  <a:avLst/>
                </a:prstGeom>
                <a:solidFill>
                  <a:srgbClr val="D6D6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13693708-4E70-4E54-8D1D-73656FD72792}"/>
                    </a:ext>
                  </a:extLst>
                </p:cNvPr>
                <p:cNvSpPr/>
                <p:nvPr/>
              </p:nvSpPr>
              <p:spPr>
                <a:xfrm>
                  <a:off x="7649451" y="1281981"/>
                  <a:ext cx="292374" cy="206584"/>
                </a:xfrm>
                <a:prstGeom prst="rect">
                  <a:avLst/>
                </a:prstGeom>
                <a:solidFill>
                  <a:srgbClr val="EBEB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9" name="テキスト ボックス 8">
              <a:extLst>
                <a:ext uri="{FF2B5EF4-FFF2-40B4-BE49-F238E27FC236}">
                  <a16:creationId xmlns:a16="http://schemas.microsoft.com/office/drawing/2014/main" id="{6D407933-493E-414A-9B47-2F2C0295C21E}"/>
                </a:ext>
              </a:extLst>
            </p:cNvPr>
            <p:cNvSpPr txBox="1"/>
            <p:nvPr/>
          </p:nvSpPr>
          <p:spPr>
            <a:xfrm>
              <a:off x="5323473" y="1334273"/>
              <a:ext cx="1010213" cy="230832"/>
            </a:xfrm>
            <a:prstGeom prst="rect">
              <a:avLst/>
            </a:prstGeom>
            <a:noFill/>
          </p:spPr>
          <p:txBody>
            <a:bodyPr wrap="none" rtlCol="0">
              <a:spAutoFit/>
            </a:bodyPr>
            <a:lstStyle/>
            <a:p>
              <a:r>
                <a:rPr kumimoji="1" lang="en-US" altLang="ja-JP" sz="900" dirty="0"/>
                <a:t>Primary Colors</a:t>
              </a:r>
              <a:endParaRPr kumimoji="1" lang="ja-JP" altLang="en-US" sz="900" dirty="0"/>
            </a:p>
          </p:txBody>
        </p:sp>
        <p:sp>
          <p:nvSpPr>
            <p:cNvPr id="10" name="テキスト ボックス 9">
              <a:extLst>
                <a:ext uri="{FF2B5EF4-FFF2-40B4-BE49-F238E27FC236}">
                  <a16:creationId xmlns:a16="http://schemas.microsoft.com/office/drawing/2014/main" id="{93F35D2B-E084-484E-AC76-EFB50AF54AF4}"/>
                </a:ext>
              </a:extLst>
            </p:cNvPr>
            <p:cNvSpPr txBox="1"/>
            <p:nvPr/>
          </p:nvSpPr>
          <p:spPr>
            <a:xfrm>
              <a:off x="5337232" y="2203728"/>
              <a:ext cx="1164101" cy="230832"/>
            </a:xfrm>
            <a:prstGeom prst="rect">
              <a:avLst/>
            </a:prstGeom>
            <a:noFill/>
          </p:spPr>
          <p:txBody>
            <a:bodyPr wrap="none" rtlCol="0">
              <a:spAutoFit/>
            </a:bodyPr>
            <a:lstStyle/>
            <a:p>
              <a:r>
                <a:rPr kumimoji="1" lang="en-US" altLang="ja-JP" sz="900" dirty="0"/>
                <a:t>Secondary Colors</a:t>
              </a:r>
              <a:endParaRPr kumimoji="1" lang="ja-JP" altLang="en-US" sz="900" dirty="0"/>
            </a:p>
          </p:txBody>
        </p:sp>
        <p:cxnSp>
          <p:nvCxnSpPr>
            <p:cNvPr id="11" name="直線コネクタ 10">
              <a:extLst>
                <a:ext uri="{FF2B5EF4-FFF2-40B4-BE49-F238E27FC236}">
                  <a16:creationId xmlns:a16="http://schemas.microsoft.com/office/drawing/2014/main" id="{05F5848E-C5C2-4405-98CC-02D111C83FA3}"/>
                </a:ext>
              </a:extLst>
            </p:cNvPr>
            <p:cNvCxnSpPr>
              <a:cxnSpLocks/>
            </p:cNvCxnSpPr>
            <p:nvPr/>
          </p:nvCxnSpPr>
          <p:spPr>
            <a:xfrm>
              <a:off x="5429989" y="2168453"/>
              <a:ext cx="2340000"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71926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13062"/>
      </p:ext>
    </p:extLst>
  </p:cSld>
  <p:clrMapOvr>
    <a:masterClrMapping/>
  </p:clrMapOvr>
</p:sld>
</file>

<file path=ppt/theme/theme1.xml><?xml version="1.0" encoding="utf-8"?>
<a:theme xmlns:a="http://schemas.openxmlformats.org/drawingml/2006/main" name="テンプレート">
  <a:themeElements>
    <a:clrScheme name="ユーザー定義 2">
      <a:dk1>
        <a:sysClr val="windowText" lastClr="000000"/>
      </a:dk1>
      <a:lt1>
        <a:sysClr val="window" lastClr="FFFFFF"/>
      </a:lt1>
      <a:dk2>
        <a:srgbClr val="01916D"/>
      </a:dk2>
      <a:lt2>
        <a:srgbClr val="FB0020"/>
      </a:lt2>
      <a:accent1>
        <a:srgbClr val="01916D"/>
      </a:accent1>
      <a:accent2>
        <a:srgbClr val="67BDA7"/>
      </a:accent2>
      <a:accent3>
        <a:srgbClr val="CCE9E2"/>
      </a:accent3>
      <a:accent4>
        <a:srgbClr val="014937"/>
      </a:accent4>
      <a:accent5>
        <a:srgbClr val="858585"/>
      </a:accent5>
      <a:accent6>
        <a:srgbClr val="D6D6D6"/>
      </a:accent6>
      <a:hlink>
        <a:srgbClr val="0000FF"/>
      </a:hlink>
      <a:folHlink>
        <a:srgbClr val="800080"/>
      </a:folHlink>
    </a:clrScheme>
    <a:fontScheme name="ユーザー定義 E">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2_PPTtemplate_A4_line_e" id="{C0E83192-D03A-EB40-9A3F-95E7C9B1C8A8}" vid="{81D46211-F467-5140-BF4B-15BE46DAE707}"/>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038dbc2b-e578-419e-94fe-da45ebd6cb67}" enabled="1" method="Privileged" siteId="{92592a10-8bc2-45ea-880e-f62ba16d46ed}" removed="0"/>
</clbl:labelList>
</file>

<file path=docProps/app.xml><?xml version="1.0" encoding="utf-8"?>
<Properties xmlns="http://schemas.openxmlformats.org/officeDocument/2006/extended-properties" xmlns:vt="http://schemas.openxmlformats.org/officeDocument/2006/docPropsVTypes">
  <Template>AI</Template>
  <TotalTime>20353</TotalTime>
  <Words>5384</Words>
  <Application>Microsoft Office PowerPoint</Application>
  <PresentationFormat>Custom</PresentationFormat>
  <Paragraphs>737</Paragraphs>
  <Slides>45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Arial (Headings)</vt:lpstr>
      <vt:lpstr>DengXian</vt:lpstr>
      <vt:lpstr>SimSun</vt:lpstr>
      <vt:lpstr>Yu Gothic</vt:lpstr>
      <vt:lpstr>Aptos</vt:lpstr>
      <vt:lpstr>Aptos Narrow</vt:lpstr>
      <vt:lpstr>Arial</vt:lpstr>
      <vt:lpstr>Consolas</vt:lpstr>
      <vt:lpstr>Roboto</vt:lpstr>
      <vt:lpstr>テンプレート</vt:lpstr>
      <vt:lpstr>AI Training Material</vt:lpstr>
      <vt:lpstr>Version History</vt:lpstr>
      <vt:lpstr>Objectives</vt:lpstr>
      <vt:lpstr>AI Topics</vt:lpstr>
      <vt:lpstr>Structured Data And Unstructured Data</vt:lpstr>
      <vt:lpstr>Structured Vs Unstructured Data  </vt:lpstr>
      <vt:lpstr>Examples of Structured vs. Unstructured Data</vt:lpstr>
      <vt:lpstr>Question 1: Is AI often deals with Structured data or Unstructured data?</vt:lpstr>
      <vt:lpstr>Answer</vt:lpstr>
      <vt:lpstr>Question 2: Is there any Fujifilm product or AI solution that specifically handles Unstructured data?</vt:lpstr>
      <vt:lpstr>Answer</vt:lpstr>
      <vt:lpstr>Answer</vt:lpstr>
      <vt:lpstr>Question 3: What is an AI Model and provide examples?</vt:lpstr>
      <vt:lpstr>AI Model</vt:lpstr>
      <vt:lpstr>Large Language Model(LLM)</vt:lpstr>
      <vt:lpstr>Question 4:  What are some popular Large Language Models (LLMs) by name?</vt:lpstr>
      <vt:lpstr>Large Language Model(LLM) - Examples</vt:lpstr>
      <vt:lpstr>How LLMs are Trained? </vt:lpstr>
      <vt:lpstr>High Level Architecture of LLM’s</vt:lpstr>
      <vt:lpstr>High Level Architecture of LLM’s</vt:lpstr>
      <vt:lpstr>Vector Databases</vt:lpstr>
      <vt:lpstr>Demo</vt:lpstr>
      <vt:lpstr>Question 5: What does GPT stand for? </vt:lpstr>
      <vt:lpstr>Answer</vt:lpstr>
      <vt:lpstr>Question 6: How many tokens does this sentence contain?  Fujifilm printer status is active</vt:lpstr>
      <vt:lpstr>Answer</vt:lpstr>
      <vt:lpstr>Introduction to Prompts</vt:lpstr>
      <vt:lpstr>Types of Prompts and Examples</vt:lpstr>
      <vt:lpstr>Comparison Between SQL Query Output and AI Prompt Response</vt:lpstr>
      <vt:lpstr>Comparison between SQL and AI prompt</vt:lpstr>
      <vt:lpstr>What is Prompt Engineering?</vt:lpstr>
      <vt:lpstr>The 5-Part Prompt Template</vt:lpstr>
      <vt:lpstr>Prompt Engineering Techniques</vt:lpstr>
      <vt:lpstr>Prompt Engineering Techniques</vt:lpstr>
      <vt:lpstr>Question 7: Is the following sentence a prompt? If yes, which prompt engineering technique is being used?  “Show me the details of all active Fujifilm multifunction printers including company name, printer model, serial number, installation date, machine status, contract type, last meter readings for M1, M2, M3, and the preferred engineer for each customer” </vt:lpstr>
      <vt:lpstr>Answer</vt:lpstr>
      <vt:lpstr>Key Configuration Parameters in Large Language Models (LLMs)</vt:lpstr>
      <vt:lpstr>Large Language Model (LLM) APIs</vt:lpstr>
      <vt:lpstr>How to Access LLM Using Open AI API?</vt:lpstr>
      <vt:lpstr>Demo on how to call API </vt:lpstr>
      <vt:lpstr>Demo on Configuration parameters and Techniques </vt:lpstr>
      <vt:lpstr>Color Palette Guide</vt:lpstr>
      <vt:lpstr>Title 20pt</vt:lpstr>
      <vt:lpstr>Title 20pt</vt:lpstr>
      <vt:lpstr>PowerPoint Presentation</vt:lpstr>
    </vt:vector>
  </TitlesOfParts>
  <Company>FUJIFILM Business Innovation Asia Pacific Pte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Satya Veera Prasad</dc:creator>
  <cp:lastModifiedBy>Satya Veera Prasad</cp:lastModifiedBy>
  <cp:revision>4</cp:revision>
  <cp:lastPrinted>2022-08-31T02:48:27Z</cp:lastPrinted>
  <dcterms:created xsi:type="dcterms:W3CDTF">2025-09-24T09:11:37Z</dcterms:created>
  <dcterms:modified xsi:type="dcterms:W3CDTF">2025-12-05T04:17:56Z</dcterms:modified>
</cp:coreProperties>
</file>